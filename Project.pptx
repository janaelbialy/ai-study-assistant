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8" r:id="rId2"/>
    <p:sldId id="257" r:id="rId3"/>
    <p:sldId id="256" r:id="rId4"/>
    <p:sldId id="334" r:id="rId5"/>
    <p:sldId id="263" r:id="rId6"/>
    <p:sldId id="300" r:id="rId7"/>
    <p:sldId id="327" r:id="rId8"/>
    <p:sldId id="329" r:id="rId9"/>
    <p:sldId id="330" r:id="rId10"/>
    <p:sldId id="331" r:id="rId11"/>
    <p:sldId id="332" r:id="rId12"/>
    <p:sldId id="333" r:id="rId13"/>
    <p:sldId id="325" r:id="rId14"/>
    <p:sldId id="31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CFCED3"/>
    <a:srgbClr val="2F2E33"/>
    <a:srgbClr val="171E38"/>
    <a:srgbClr val="12090A"/>
    <a:srgbClr val="BC1A7A"/>
    <a:srgbClr val="990099"/>
    <a:srgbClr val="800080"/>
    <a:srgbClr val="CC00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660"/>
  </p:normalViewPr>
  <p:slideViewPr>
    <p:cSldViewPr snapToGrid="0">
      <p:cViewPr>
        <p:scale>
          <a:sx n="125" d="100"/>
          <a:sy n="125" d="100"/>
        </p:scale>
        <p:origin x="3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87B42-7683-4993-813B-1EF3B2D24A97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24F8-BFE1-4FE8-85BF-290AC0160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27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1E31-B74F-448E-8E42-B954D57C3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23971-757F-44B8-8D83-6B4181DFE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22ACB-2E30-40C7-9CAB-F3F9EB2E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48E50-20C5-49A4-944A-696119E6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9D689-380A-4165-A2F1-47D3541B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75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D66EC-4AEE-4790-A058-C9F122503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00988-7891-4A80-822A-FD04AEA30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7E20-E11B-4CC1-A7B7-9CBC56376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744D7-FEC9-41ED-A100-E77F7BDA3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6892F-78DE-4EC7-8B45-368EE21E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5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C1AA-7BBB-42F3-BE9D-A49560FC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28FC-6026-412B-9161-FF7E2BC86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C1EA2-5DE5-43BE-927E-9FE96CD2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76BFC-B668-424D-B875-F878C7636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BC4A2-FC65-4E9E-90C8-3B089390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30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A4B53-EBBA-4C7C-A88C-117F763F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9F3B4-1C60-4756-83C9-239BD025A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CF48E-F2BA-4E63-A8B4-3AEB48F08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65B50-4554-4505-A8F3-969A8E4F7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74350-279D-44CF-A134-07EC99AB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1874B-8928-435F-840C-B121296D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19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6D6E-14CD-466F-8405-EF87DBA3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8E214-4EE8-4D24-94A5-D358FCF2E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FFFF4-1D37-4B81-B056-DBA456754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D693F-1113-40D2-A36F-0D84933F5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2021E-9047-4EBD-92A9-B74B3748C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3EA279-E6CC-40F3-9D11-847D773B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BD4FC-36E9-40CE-A21A-D05932AD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B4DAF8-BE23-4E13-94D5-126546CB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162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81F1-797B-4FDC-A170-69D29B40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A0B04-4D5C-4496-9D4D-7A9A2481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2F4FF-8936-4008-8E66-CB81378E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54DAA-4C29-4ECE-9FF8-327ED01B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00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50037E-C5D4-4EE2-BF1C-F8F76F1E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8A504-8329-4CCA-A05B-338B6CF5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093B0-30AD-4C5B-8C18-54E32EE02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3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51BD-2734-41AD-91EF-B84DD25A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6568-1CBE-4A7E-818E-D8E3D1E8A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30DCE-DA95-4A20-BBD4-9C08139B6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94C4E-666D-452F-A639-F66A0935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D8538-2677-459D-B15E-A00AF664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A20F0-15D4-4AD2-8BF3-8A936616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DE16-0953-4784-BE68-10D45F4B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9902B6-A560-4C4A-A85A-224E22775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76C44-9D72-4570-9BE0-D7100847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9D454-3E99-42D9-B13C-34531DBA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48946-6614-4A77-AD05-DA34BFFAA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24BD7-4050-4C0C-8D68-BD96F464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82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FD4A-69C5-4924-9213-55D68626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73BDD-0D43-48A7-B281-FD43CA5E2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20BE9-396D-4930-B271-55AFB82C3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69A58-4E79-4702-8FC9-29DFE4AF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F6562-EFBC-4B35-BB06-FE7F31DC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19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959721-BE52-4915-AC64-FDBF8826C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41636-1401-4160-A12C-CD3F88B76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CF798-89B7-49A5-B3F8-F6E2A5E0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A9CC1-F7AD-4CA4-B54A-DE2131C2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5451-1CE0-4502-B38B-53C9DEB9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119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ADCF8-B7A3-410B-B9E0-7971BF03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B7E5B-D6CA-4697-A43C-4F9833314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46D5F-46F1-4929-89FB-FF5BE4448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55764-6214-4AC3-B763-973BFFB9DDC0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3C3C9-3432-4D9C-B7F3-335B1D6B6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2E216-38AE-4D05-9FA0-72AF67275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AE5BB-D1C8-46BC-97F7-98BC84A6B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19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8868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8868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9003E3-369A-4657-A15C-FBFA228295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473" t="19409" b="-1182"/>
          <a:stretch/>
        </p:blipFill>
        <p:spPr>
          <a:xfrm>
            <a:off x="0" y="0"/>
            <a:ext cx="11768563" cy="5607937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243EA4A-EFE8-45F0-99C7-0D6C9FC43A64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>
                <a:moveTo>
                  <a:pt x="9753918" y="3382688"/>
                </a:moveTo>
                <a:cubicBezTo>
                  <a:pt x="9774798" y="3382802"/>
                  <a:pt x="9784492" y="3401330"/>
                  <a:pt x="9783000" y="3438270"/>
                </a:cubicBezTo>
                <a:cubicBezTo>
                  <a:pt x="9782426" y="3451807"/>
                  <a:pt x="9777952" y="3462534"/>
                  <a:pt x="9769578" y="3470449"/>
                </a:cubicBezTo>
                <a:cubicBezTo>
                  <a:pt x="9762236" y="3477218"/>
                  <a:pt x="9753574" y="3480602"/>
                  <a:pt x="9743594" y="3480602"/>
                </a:cubicBezTo>
                <a:cubicBezTo>
                  <a:pt x="9735334" y="3480602"/>
                  <a:pt x="9728106" y="3477677"/>
                  <a:pt x="9721912" y="3471826"/>
                </a:cubicBezTo>
                <a:cubicBezTo>
                  <a:pt x="9714110" y="3464484"/>
                  <a:pt x="9710210" y="3453930"/>
                  <a:pt x="9710210" y="3440163"/>
                </a:cubicBezTo>
                <a:cubicBezTo>
                  <a:pt x="9710210" y="3425593"/>
                  <a:pt x="9713652" y="3412859"/>
                  <a:pt x="9720534" y="3401961"/>
                </a:cubicBezTo>
                <a:cubicBezTo>
                  <a:pt x="9728680" y="3388997"/>
                  <a:pt x="9739808" y="3382573"/>
                  <a:pt x="9753918" y="3382688"/>
                </a:cubicBezTo>
                <a:close/>
                <a:moveTo>
                  <a:pt x="2438719" y="3382688"/>
                </a:moveTo>
                <a:cubicBezTo>
                  <a:pt x="2459598" y="3382802"/>
                  <a:pt x="2469292" y="3401330"/>
                  <a:pt x="2467801" y="3438270"/>
                </a:cubicBezTo>
                <a:cubicBezTo>
                  <a:pt x="2467227" y="3451807"/>
                  <a:pt x="2462753" y="3462534"/>
                  <a:pt x="2454379" y="3470449"/>
                </a:cubicBezTo>
                <a:cubicBezTo>
                  <a:pt x="2447036" y="3477218"/>
                  <a:pt x="2438375" y="3480602"/>
                  <a:pt x="2428394" y="3480602"/>
                </a:cubicBezTo>
                <a:cubicBezTo>
                  <a:pt x="2420134" y="3480602"/>
                  <a:pt x="2412907" y="3477677"/>
                  <a:pt x="2406712" y="3471826"/>
                </a:cubicBezTo>
                <a:cubicBezTo>
                  <a:pt x="2398911" y="3464484"/>
                  <a:pt x="2395010" y="3453930"/>
                  <a:pt x="2395010" y="3440163"/>
                </a:cubicBezTo>
                <a:cubicBezTo>
                  <a:pt x="2395010" y="3425593"/>
                  <a:pt x="2398452" y="3412859"/>
                  <a:pt x="2405335" y="3401961"/>
                </a:cubicBezTo>
                <a:cubicBezTo>
                  <a:pt x="2413480" y="3388997"/>
                  <a:pt x="2424608" y="3382573"/>
                  <a:pt x="2438719" y="3382688"/>
                </a:cubicBezTo>
                <a:close/>
                <a:moveTo>
                  <a:pt x="7087779" y="3377525"/>
                </a:moveTo>
                <a:cubicBezTo>
                  <a:pt x="7100169" y="3377525"/>
                  <a:pt x="7110207" y="3379705"/>
                  <a:pt x="7117893" y="3384064"/>
                </a:cubicBezTo>
                <a:cubicBezTo>
                  <a:pt x="7108716" y="3390030"/>
                  <a:pt x="7096383" y="3396511"/>
                  <a:pt x="7080895" y="3403510"/>
                </a:cubicBezTo>
                <a:cubicBezTo>
                  <a:pt x="7068047" y="3409016"/>
                  <a:pt x="7055141" y="3414580"/>
                  <a:pt x="7042177" y="3420201"/>
                </a:cubicBezTo>
                <a:cubicBezTo>
                  <a:pt x="7046766" y="3405976"/>
                  <a:pt x="7052846" y="3395307"/>
                  <a:pt x="7060418" y="3388194"/>
                </a:cubicBezTo>
                <a:cubicBezTo>
                  <a:pt x="7067989" y="3381081"/>
                  <a:pt x="7077110" y="3377525"/>
                  <a:pt x="7087779" y="3377525"/>
                </a:cubicBezTo>
                <a:close/>
                <a:moveTo>
                  <a:pt x="6163854" y="3377525"/>
                </a:moveTo>
                <a:cubicBezTo>
                  <a:pt x="6176244" y="3377525"/>
                  <a:pt x="6186282" y="3379705"/>
                  <a:pt x="6193969" y="3384064"/>
                </a:cubicBezTo>
                <a:cubicBezTo>
                  <a:pt x="6184791" y="3390030"/>
                  <a:pt x="6172458" y="3396511"/>
                  <a:pt x="6156971" y="3403510"/>
                </a:cubicBezTo>
                <a:cubicBezTo>
                  <a:pt x="6144122" y="3409016"/>
                  <a:pt x="6131216" y="3414580"/>
                  <a:pt x="6118252" y="3420201"/>
                </a:cubicBezTo>
                <a:cubicBezTo>
                  <a:pt x="6122841" y="3405976"/>
                  <a:pt x="6128921" y="3395307"/>
                  <a:pt x="6136493" y="3388194"/>
                </a:cubicBezTo>
                <a:cubicBezTo>
                  <a:pt x="6144065" y="3381081"/>
                  <a:pt x="6153185" y="3377525"/>
                  <a:pt x="6163854" y="3377525"/>
                </a:cubicBezTo>
                <a:close/>
                <a:moveTo>
                  <a:pt x="8475554" y="3377181"/>
                </a:moveTo>
                <a:cubicBezTo>
                  <a:pt x="8476816" y="3377181"/>
                  <a:pt x="8478336" y="3377439"/>
                  <a:pt x="8480114" y="3377955"/>
                </a:cubicBezTo>
                <a:cubicBezTo>
                  <a:pt x="8481892" y="3378472"/>
                  <a:pt x="8483930" y="3379304"/>
                  <a:pt x="8486224" y="3380451"/>
                </a:cubicBezTo>
                <a:cubicBezTo>
                  <a:pt x="8485191" y="3386301"/>
                  <a:pt x="8484416" y="3391607"/>
                  <a:pt x="8483900" y="3396368"/>
                </a:cubicBezTo>
                <a:cubicBezTo>
                  <a:pt x="8483384" y="3401129"/>
                  <a:pt x="8483126" y="3405345"/>
                  <a:pt x="8483126" y="3409016"/>
                </a:cubicBezTo>
                <a:cubicBezTo>
                  <a:pt x="8483126" y="3422553"/>
                  <a:pt x="8484847" y="3442974"/>
                  <a:pt x="8488288" y="3470277"/>
                </a:cubicBezTo>
                <a:cubicBezTo>
                  <a:pt x="8482666" y="3474866"/>
                  <a:pt x="8476673" y="3478337"/>
                  <a:pt x="8470306" y="3480688"/>
                </a:cubicBezTo>
                <a:cubicBezTo>
                  <a:pt x="8463938" y="3483040"/>
                  <a:pt x="8457198" y="3484216"/>
                  <a:pt x="8450086" y="3484216"/>
                </a:cubicBezTo>
                <a:cubicBezTo>
                  <a:pt x="8439073" y="3484216"/>
                  <a:pt x="8430813" y="3480344"/>
                  <a:pt x="8425306" y="3472600"/>
                </a:cubicBezTo>
                <a:cubicBezTo>
                  <a:pt x="8419800" y="3464857"/>
                  <a:pt x="8417046" y="3453299"/>
                  <a:pt x="8417046" y="3437926"/>
                </a:cubicBezTo>
                <a:cubicBezTo>
                  <a:pt x="8417046" y="3421865"/>
                  <a:pt x="8422897" y="3407726"/>
                  <a:pt x="8434598" y="3395508"/>
                </a:cubicBezTo>
                <a:cubicBezTo>
                  <a:pt x="8446300" y="3383290"/>
                  <a:pt x="8459952" y="3377181"/>
                  <a:pt x="8475554" y="3377181"/>
                </a:cubicBezTo>
                <a:close/>
                <a:moveTo>
                  <a:pt x="9756156" y="3337258"/>
                </a:moveTo>
                <a:cubicBezTo>
                  <a:pt x="9725066" y="3337258"/>
                  <a:pt x="9700802" y="3348959"/>
                  <a:pt x="9683365" y="3372363"/>
                </a:cubicBezTo>
                <a:cubicBezTo>
                  <a:pt x="9668680" y="3392209"/>
                  <a:pt x="9661740" y="3414810"/>
                  <a:pt x="9662543" y="3440163"/>
                </a:cubicBezTo>
                <a:cubicBezTo>
                  <a:pt x="9663345" y="3466778"/>
                  <a:pt x="9672122" y="3488059"/>
                  <a:pt x="9688872" y="3504006"/>
                </a:cubicBezTo>
                <a:cubicBezTo>
                  <a:pt x="9704128" y="3518575"/>
                  <a:pt x="9722370" y="3525860"/>
                  <a:pt x="9743594" y="3525860"/>
                </a:cubicBezTo>
                <a:cubicBezTo>
                  <a:pt x="9770438" y="3525860"/>
                  <a:pt x="9791834" y="3515363"/>
                  <a:pt x="9807780" y="3494369"/>
                </a:cubicBezTo>
                <a:cubicBezTo>
                  <a:pt x="9822006" y="3475555"/>
                  <a:pt x="9829119" y="3452840"/>
                  <a:pt x="9829119" y="3426224"/>
                </a:cubicBezTo>
                <a:cubicBezTo>
                  <a:pt x="9829119" y="3401789"/>
                  <a:pt x="9823038" y="3381311"/>
                  <a:pt x="9810878" y="3364791"/>
                </a:cubicBezTo>
                <a:cubicBezTo>
                  <a:pt x="9797340" y="3346435"/>
                  <a:pt x="9779100" y="3337258"/>
                  <a:pt x="9756156" y="3337258"/>
                </a:cubicBezTo>
                <a:close/>
                <a:moveTo>
                  <a:pt x="2440956" y="3337258"/>
                </a:moveTo>
                <a:cubicBezTo>
                  <a:pt x="2409867" y="3337258"/>
                  <a:pt x="2385603" y="3348959"/>
                  <a:pt x="2368165" y="3372363"/>
                </a:cubicBezTo>
                <a:cubicBezTo>
                  <a:pt x="2353481" y="3392209"/>
                  <a:pt x="2346540" y="3414810"/>
                  <a:pt x="2347343" y="3440163"/>
                </a:cubicBezTo>
                <a:cubicBezTo>
                  <a:pt x="2348146" y="3466778"/>
                  <a:pt x="2356923" y="3488059"/>
                  <a:pt x="2373672" y="3504006"/>
                </a:cubicBezTo>
                <a:cubicBezTo>
                  <a:pt x="2388930" y="3518575"/>
                  <a:pt x="2407170" y="3525860"/>
                  <a:pt x="2428394" y="3525860"/>
                </a:cubicBezTo>
                <a:cubicBezTo>
                  <a:pt x="2455239" y="3525860"/>
                  <a:pt x="2476635" y="3515363"/>
                  <a:pt x="2492581" y="3494369"/>
                </a:cubicBezTo>
                <a:cubicBezTo>
                  <a:pt x="2506806" y="3475555"/>
                  <a:pt x="2513919" y="3452840"/>
                  <a:pt x="2513919" y="3426224"/>
                </a:cubicBezTo>
                <a:cubicBezTo>
                  <a:pt x="2513919" y="3401789"/>
                  <a:pt x="2507839" y="3381311"/>
                  <a:pt x="2495678" y="3364791"/>
                </a:cubicBezTo>
                <a:cubicBezTo>
                  <a:pt x="2482141" y="3346435"/>
                  <a:pt x="2463900" y="3337258"/>
                  <a:pt x="2440956" y="3337258"/>
                </a:cubicBezTo>
                <a:close/>
                <a:moveTo>
                  <a:pt x="8473317" y="3336053"/>
                </a:moveTo>
                <a:cubicBezTo>
                  <a:pt x="8444866" y="3336053"/>
                  <a:pt x="8420431" y="3345891"/>
                  <a:pt x="8400010" y="3365566"/>
                </a:cubicBezTo>
                <a:cubicBezTo>
                  <a:pt x="8379589" y="3385240"/>
                  <a:pt x="8369380" y="3408901"/>
                  <a:pt x="8369380" y="3436549"/>
                </a:cubicBezTo>
                <a:cubicBezTo>
                  <a:pt x="8369380" y="3466033"/>
                  <a:pt x="8376292" y="3488174"/>
                  <a:pt x="8390116" y="3502973"/>
                </a:cubicBezTo>
                <a:cubicBezTo>
                  <a:pt x="8403939" y="3517772"/>
                  <a:pt x="8424675" y="3525172"/>
                  <a:pt x="8452323" y="3525172"/>
                </a:cubicBezTo>
                <a:cubicBezTo>
                  <a:pt x="8457945" y="3525172"/>
                  <a:pt x="8464770" y="3523881"/>
                  <a:pt x="8472801" y="3521300"/>
                </a:cubicBezTo>
                <a:cubicBezTo>
                  <a:pt x="8480832" y="3518719"/>
                  <a:pt x="8490124" y="3514904"/>
                  <a:pt x="8500678" y="3509856"/>
                </a:cubicBezTo>
                <a:cubicBezTo>
                  <a:pt x="8512151" y="3520067"/>
                  <a:pt x="8520525" y="3525172"/>
                  <a:pt x="8525802" y="3525172"/>
                </a:cubicBezTo>
                <a:cubicBezTo>
                  <a:pt x="8531882" y="3525172"/>
                  <a:pt x="8537246" y="3523184"/>
                  <a:pt x="8541892" y="3519208"/>
                </a:cubicBezTo>
                <a:cubicBezTo>
                  <a:pt x="8546538" y="3515232"/>
                  <a:pt x="8548862" y="3510235"/>
                  <a:pt x="8548862" y="3504215"/>
                </a:cubicBezTo>
                <a:cubicBezTo>
                  <a:pt x="8548862" y="3502853"/>
                  <a:pt x="8546624" y="3497287"/>
                  <a:pt x="8542150" y="3487518"/>
                </a:cubicBezTo>
                <a:cubicBezTo>
                  <a:pt x="8537217" y="3476727"/>
                  <a:pt x="8534578" y="3470820"/>
                  <a:pt x="8534234" y="3469799"/>
                </a:cubicBezTo>
                <a:cubicBezTo>
                  <a:pt x="8531137" y="3460257"/>
                  <a:pt x="8529588" y="3444640"/>
                  <a:pt x="8529588" y="3422947"/>
                </a:cubicBezTo>
                <a:cubicBezTo>
                  <a:pt x="8529588" y="3413746"/>
                  <a:pt x="8529904" y="3405709"/>
                  <a:pt x="8530534" y="3398838"/>
                </a:cubicBezTo>
                <a:cubicBezTo>
                  <a:pt x="8531166" y="3391966"/>
                  <a:pt x="8532054" y="3386259"/>
                  <a:pt x="8533202" y="3381714"/>
                </a:cubicBezTo>
                <a:cubicBezTo>
                  <a:pt x="8535840" y="3378647"/>
                  <a:pt x="8537160" y="3375069"/>
                  <a:pt x="8537160" y="3370981"/>
                </a:cubicBezTo>
                <a:cubicBezTo>
                  <a:pt x="8537160" y="3361213"/>
                  <a:pt x="8528498" y="3352637"/>
                  <a:pt x="8511176" y="3345255"/>
                </a:cubicBezTo>
                <a:cubicBezTo>
                  <a:pt x="8496836" y="3339120"/>
                  <a:pt x="8484216" y="3336053"/>
                  <a:pt x="8473317" y="3336053"/>
                </a:cubicBezTo>
                <a:close/>
                <a:moveTo>
                  <a:pt x="7087779" y="3335881"/>
                </a:moveTo>
                <a:cubicBezTo>
                  <a:pt x="7058984" y="3335881"/>
                  <a:pt x="7036097" y="3347009"/>
                  <a:pt x="7019118" y="3369265"/>
                </a:cubicBezTo>
                <a:cubicBezTo>
                  <a:pt x="7003860" y="3389341"/>
                  <a:pt x="6996231" y="3413892"/>
                  <a:pt x="6996231" y="3442916"/>
                </a:cubicBezTo>
                <a:cubicBezTo>
                  <a:pt x="6996231" y="3469187"/>
                  <a:pt x="7005868" y="3489551"/>
                  <a:pt x="7025141" y="3504006"/>
                </a:cubicBezTo>
                <a:cubicBezTo>
                  <a:pt x="7042579" y="3517084"/>
                  <a:pt x="7065007" y="3523623"/>
                  <a:pt x="7092425" y="3523623"/>
                </a:cubicBezTo>
                <a:cubicBezTo>
                  <a:pt x="7110437" y="3523623"/>
                  <a:pt x="7127473" y="3520181"/>
                  <a:pt x="7143534" y="3513298"/>
                </a:cubicBezTo>
                <a:cubicBezTo>
                  <a:pt x="7162692" y="3505038"/>
                  <a:pt x="7172271" y="3494369"/>
                  <a:pt x="7172271" y="3481291"/>
                </a:cubicBezTo>
                <a:cubicBezTo>
                  <a:pt x="7172271" y="3469704"/>
                  <a:pt x="7166306" y="3463910"/>
                  <a:pt x="7154375" y="3463910"/>
                </a:cubicBezTo>
                <a:cubicBezTo>
                  <a:pt x="7148639" y="3463910"/>
                  <a:pt x="7141010" y="3466721"/>
                  <a:pt x="7131488" y="3472342"/>
                </a:cubicBezTo>
                <a:cubicBezTo>
                  <a:pt x="7120819" y="3478652"/>
                  <a:pt x="7107798" y="3481807"/>
                  <a:pt x="7092425" y="3481807"/>
                </a:cubicBezTo>
                <a:cubicBezTo>
                  <a:pt x="7082330" y="3481807"/>
                  <a:pt x="7073381" y="3480316"/>
                  <a:pt x="7065580" y="3477333"/>
                </a:cubicBezTo>
                <a:cubicBezTo>
                  <a:pt x="7057779" y="3474350"/>
                  <a:pt x="7051125" y="3469876"/>
                  <a:pt x="7045619" y="3463910"/>
                </a:cubicBezTo>
                <a:lnTo>
                  <a:pt x="7103610" y="3438270"/>
                </a:lnTo>
                <a:cubicBezTo>
                  <a:pt x="7122999" y="3429666"/>
                  <a:pt x="7135905" y="3423127"/>
                  <a:pt x="7142329" y="3418653"/>
                </a:cubicBezTo>
                <a:cubicBezTo>
                  <a:pt x="7156440" y="3408901"/>
                  <a:pt x="7163495" y="3397716"/>
                  <a:pt x="7163495" y="3385096"/>
                </a:cubicBezTo>
                <a:cubicBezTo>
                  <a:pt x="7163495" y="3367200"/>
                  <a:pt x="7154834" y="3354007"/>
                  <a:pt x="7137511" y="3345518"/>
                </a:cubicBezTo>
                <a:cubicBezTo>
                  <a:pt x="7124318" y="3339093"/>
                  <a:pt x="7107740" y="3335881"/>
                  <a:pt x="7087779" y="3335881"/>
                </a:cubicBezTo>
                <a:close/>
                <a:moveTo>
                  <a:pt x="6163854" y="3335881"/>
                </a:moveTo>
                <a:cubicBezTo>
                  <a:pt x="6135059" y="3335881"/>
                  <a:pt x="6112172" y="3347009"/>
                  <a:pt x="6095193" y="3369265"/>
                </a:cubicBezTo>
                <a:cubicBezTo>
                  <a:pt x="6079936" y="3389341"/>
                  <a:pt x="6072307" y="3413892"/>
                  <a:pt x="6072307" y="3442916"/>
                </a:cubicBezTo>
                <a:cubicBezTo>
                  <a:pt x="6072307" y="3469187"/>
                  <a:pt x="6081943" y="3489551"/>
                  <a:pt x="6101216" y="3504006"/>
                </a:cubicBezTo>
                <a:cubicBezTo>
                  <a:pt x="6118654" y="3517084"/>
                  <a:pt x="6141082" y="3523623"/>
                  <a:pt x="6168500" y="3523623"/>
                </a:cubicBezTo>
                <a:cubicBezTo>
                  <a:pt x="6186512" y="3523623"/>
                  <a:pt x="6203548" y="3520181"/>
                  <a:pt x="6219609" y="3513298"/>
                </a:cubicBezTo>
                <a:cubicBezTo>
                  <a:pt x="6238767" y="3505038"/>
                  <a:pt x="6248347" y="3494369"/>
                  <a:pt x="6248347" y="3481291"/>
                </a:cubicBezTo>
                <a:cubicBezTo>
                  <a:pt x="6248347" y="3469704"/>
                  <a:pt x="6242381" y="3463910"/>
                  <a:pt x="6230450" y="3463910"/>
                </a:cubicBezTo>
                <a:cubicBezTo>
                  <a:pt x="6224714" y="3463910"/>
                  <a:pt x="6217085" y="3466721"/>
                  <a:pt x="6207563" y="3472342"/>
                </a:cubicBezTo>
                <a:cubicBezTo>
                  <a:pt x="6196894" y="3478652"/>
                  <a:pt x="6183873" y="3481807"/>
                  <a:pt x="6168500" y="3481807"/>
                </a:cubicBezTo>
                <a:cubicBezTo>
                  <a:pt x="6158405" y="3481807"/>
                  <a:pt x="6149456" y="3480316"/>
                  <a:pt x="6141655" y="3477333"/>
                </a:cubicBezTo>
                <a:cubicBezTo>
                  <a:pt x="6133854" y="3474350"/>
                  <a:pt x="6127201" y="3469876"/>
                  <a:pt x="6121694" y="3463910"/>
                </a:cubicBezTo>
                <a:lnTo>
                  <a:pt x="6179686" y="3438270"/>
                </a:lnTo>
                <a:cubicBezTo>
                  <a:pt x="6199074" y="3429666"/>
                  <a:pt x="6211980" y="3423127"/>
                  <a:pt x="6218404" y="3418653"/>
                </a:cubicBezTo>
                <a:cubicBezTo>
                  <a:pt x="6232515" y="3408901"/>
                  <a:pt x="6239570" y="3397716"/>
                  <a:pt x="6239570" y="3385096"/>
                </a:cubicBezTo>
                <a:cubicBezTo>
                  <a:pt x="6239570" y="3367200"/>
                  <a:pt x="6230909" y="3354007"/>
                  <a:pt x="6213586" y="3345518"/>
                </a:cubicBezTo>
                <a:cubicBezTo>
                  <a:pt x="6200393" y="3339093"/>
                  <a:pt x="6183816" y="3335881"/>
                  <a:pt x="6163854" y="3335881"/>
                </a:cubicBezTo>
                <a:close/>
                <a:moveTo>
                  <a:pt x="9325252" y="3335365"/>
                </a:moveTo>
                <a:cubicBezTo>
                  <a:pt x="9318368" y="3335365"/>
                  <a:pt x="9312690" y="3337516"/>
                  <a:pt x="9308215" y="3341818"/>
                </a:cubicBezTo>
                <a:cubicBezTo>
                  <a:pt x="9303741" y="3346120"/>
                  <a:pt x="9301504" y="3351598"/>
                  <a:pt x="9301504" y="3358252"/>
                </a:cubicBezTo>
                <a:cubicBezTo>
                  <a:pt x="9301504" y="3368462"/>
                  <a:pt x="9300930" y="3381253"/>
                  <a:pt x="9299783" y="3396627"/>
                </a:cubicBezTo>
                <a:cubicBezTo>
                  <a:pt x="9298636" y="3411999"/>
                  <a:pt x="9298062" y="3424790"/>
                  <a:pt x="9298062" y="3435000"/>
                </a:cubicBezTo>
                <a:cubicBezTo>
                  <a:pt x="9298062" y="3441540"/>
                  <a:pt x="9298263" y="3452037"/>
                  <a:pt x="9298664" y="3466492"/>
                </a:cubicBezTo>
                <a:cubicBezTo>
                  <a:pt x="9299066" y="3480946"/>
                  <a:pt x="9299267" y="3491443"/>
                  <a:pt x="9299267" y="3497983"/>
                </a:cubicBezTo>
                <a:cubicBezTo>
                  <a:pt x="9299267" y="3504637"/>
                  <a:pt x="9301504" y="3510114"/>
                  <a:pt x="9305978" y="3514417"/>
                </a:cubicBezTo>
                <a:cubicBezTo>
                  <a:pt x="9310452" y="3518719"/>
                  <a:pt x="9316131" y="3520870"/>
                  <a:pt x="9323014" y="3520870"/>
                </a:cubicBezTo>
                <a:cubicBezTo>
                  <a:pt x="9329898" y="3520870"/>
                  <a:pt x="9335576" y="3518719"/>
                  <a:pt x="9340050" y="3514417"/>
                </a:cubicBezTo>
                <a:cubicBezTo>
                  <a:pt x="9344524" y="3510114"/>
                  <a:pt x="9346762" y="3504637"/>
                  <a:pt x="9346762" y="3497983"/>
                </a:cubicBezTo>
                <a:cubicBezTo>
                  <a:pt x="9346762" y="3491443"/>
                  <a:pt x="9346561" y="3480946"/>
                  <a:pt x="9346160" y="3466492"/>
                </a:cubicBezTo>
                <a:cubicBezTo>
                  <a:pt x="9345758" y="3452037"/>
                  <a:pt x="9345557" y="3441540"/>
                  <a:pt x="9345557" y="3435000"/>
                </a:cubicBezTo>
                <a:cubicBezTo>
                  <a:pt x="9345557" y="3424790"/>
                  <a:pt x="9346131" y="3411999"/>
                  <a:pt x="9347278" y="3396627"/>
                </a:cubicBezTo>
                <a:cubicBezTo>
                  <a:pt x="9348425" y="3381253"/>
                  <a:pt x="9348998" y="3368462"/>
                  <a:pt x="9348998" y="3358252"/>
                </a:cubicBezTo>
                <a:cubicBezTo>
                  <a:pt x="9348998" y="3351598"/>
                  <a:pt x="9346762" y="3346120"/>
                  <a:pt x="9342288" y="3341818"/>
                </a:cubicBezTo>
                <a:cubicBezTo>
                  <a:pt x="9337814" y="3337516"/>
                  <a:pt x="9332134" y="3335365"/>
                  <a:pt x="9325252" y="3335365"/>
                </a:cubicBezTo>
                <a:close/>
                <a:moveTo>
                  <a:pt x="5744057" y="3334333"/>
                </a:moveTo>
                <a:cubicBezTo>
                  <a:pt x="5719277" y="3334333"/>
                  <a:pt x="5696734" y="3341904"/>
                  <a:pt x="5676428" y="3357047"/>
                </a:cubicBezTo>
                <a:cubicBezTo>
                  <a:pt x="5674019" y="3343969"/>
                  <a:pt x="5666448" y="3337430"/>
                  <a:pt x="5653713" y="3337430"/>
                </a:cubicBezTo>
                <a:cubicBezTo>
                  <a:pt x="5646600" y="3337430"/>
                  <a:pt x="5641123" y="3339581"/>
                  <a:pt x="5637280" y="3343883"/>
                </a:cubicBezTo>
                <a:cubicBezTo>
                  <a:pt x="5633436" y="3348185"/>
                  <a:pt x="5631515" y="3353548"/>
                  <a:pt x="5631515" y="3359972"/>
                </a:cubicBezTo>
                <a:cubicBezTo>
                  <a:pt x="5631515" y="3363529"/>
                  <a:pt x="5631401" y="3368835"/>
                  <a:pt x="5631171" y="3375890"/>
                </a:cubicBezTo>
                <a:cubicBezTo>
                  <a:pt x="5630941" y="3382945"/>
                  <a:pt x="5630827" y="3388252"/>
                  <a:pt x="5630827" y="3391808"/>
                </a:cubicBezTo>
                <a:lnTo>
                  <a:pt x="5630827" y="3504522"/>
                </a:lnTo>
                <a:cubicBezTo>
                  <a:pt x="5630827" y="3510946"/>
                  <a:pt x="5632661" y="3516223"/>
                  <a:pt x="5636333" y="3520353"/>
                </a:cubicBezTo>
                <a:cubicBezTo>
                  <a:pt x="5640233" y="3524942"/>
                  <a:pt x="5645740" y="3527237"/>
                  <a:pt x="5652853" y="3527237"/>
                </a:cubicBezTo>
                <a:cubicBezTo>
                  <a:pt x="5659736" y="3527237"/>
                  <a:pt x="5665415" y="3525086"/>
                  <a:pt x="5669889" y="3520784"/>
                </a:cubicBezTo>
                <a:cubicBezTo>
                  <a:pt x="5674363" y="3516482"/>
                  <a:pt x="5676601" y="3511061"/>
                  <a:pt x="5676601" y="3504522"/>
                </a:cubicBezTo>
                <a:lnTo>
                  <a:pt x="5676428" y="3417964"/>
                </a:lnTo>
                <a:cubicBezTo>
                  <a:pt x="5687556" y="3395594"/>
                  <a:pt x="5706026" y="3382344"/>
                  <a:pt x="5731840" y="3378213"/>
                </a:cubicBezTo>
                <a:lnTo>
                  <a:pt x="5732699" y="3395594"/>
                </a:lnTo>
                <a:cubicBezTo>
                  <a:pt x="5732699" y="3410507"/>
                  <a:pt x="5739927" y="3417964"/>
                  <a:pt x="5754381" y="3417964"/>
                </a:cubicBezTo>
                <a:cubicBezTo>
                  <a:pt x="5769296" y="3417964"/>
                  <a:pt x="5777269" y="3409188"/>
                  <a:pt x="5778302" y="3391636"/>
                </a:cubicBezTo>
                <a:cubicBezTo>
                  <a:pt x="5778416" y="3389800"/>
                  <a:pt x="5778473" y="3385957"/>
                  <a:pt x="5778473" y="3380106"/>
                </a:cubicBezTo>
                <a:cubicBezTo>
                  <a:pt x="5778473" y="3349590"/>
                  <a:pt x="5767002" y="3334333"/>
                  <a:pt x="5744057" y="3334333"/>
                </a:cubicBezTo>
                <a:close/>
                <a:moveTo>
                  <a:pt x="4391506" y="3334333"/>
                </a:moveTo>
                <a:cubicBezTo>
                  <a:pt x="4366726" y="3334333"/>
                  <a:pt x="4344185" y="3341904"/>
                  <a:pt x="4323878" y="3357047"/>
                </a:cubicBezTo>
                <a:cubicBezTo>
                  <a:pt x="4321469" y="3343969"/>
                  <a:pt x="4313897" y="3337430"/>
                  <a:pt x="4301163" y="3337430"/>
                </a:cubicBezTo>
                <a:cubicBezTo>
                  <a:pt x="4294052" y="3337430"/>
                  <a:pt x="4288572" y="3339581"/>
                  <a:pt x="4284729" y="3343883"/>
                </a:cubicBezTo>
                <a:cubicBezTo>
                  <a:pt x="4280886" y="3348185"/>
                  <a:pt x="4278965" y="3353548"/>
                  <a:pt x="4278965" y="3359972"/>
                </a:cubicBezTo>
                <a:cubicBezTo>
                  <a:pt x="4278965" y="3363529"/>
                  <a:pt x="4278850" y="3368835"/>
                  <a:pt x="4278620" y="3375890"/>
                </a:cubicBezTo>
                <a:cubicBezTo>
                  <a:pt x="4278391" y="3382945"/>
                  <a:pt x="4278276" y="3388252"/>
                  <a:pt x="4278276" y="3391808"/>
                </a:cubicBezTo>
                <a:lnTo>
                  <a:pt x="4278276" y="3504522"/>
                </a:lnTo>
                <a:cubicBezTo>
                  <a:pt x="4278276" y="3510946"/>
                  <a:pt x="4280112" y="3516223"/>
                  <a:pt x="4283783" y="3520353"/>
                </a:cubicBezTo>
                <a:cubicBezTo>
                  <a:pt x="4287683" y="3524942"/>
                  <a:pt x="4293190" y="3527237"/>
                  <a:pt x="4300303" y="3527237"/>
                </a:cubicBezTo>
                <a:cubicBezTo>
                  <a:pt x="4307186" y="3527237"/>
                  <a:pt x="4312865" y="3525086"/>
                  <a:pt x="4317340" y="3520784"/>
                </a:cubicBezTo>
                <a:cubicBezTo>
                  <a:pt x="4321813" y="3516482"/>
                  <a:pt x="4324050" y="3511061"/>
                  <a:pt x="4324050" y="3504522"/>
                </a:cubicBezTo>
                <a:lnTo>
                  <a:pt x="4323878" y="3417964"/>
                </a:lnTo>
                <a:cubicBezTo>
                  <a:pt x="4335006" y="3395594"/>
                  <a:pt x="4353476" y="3382344"/>
                  <a:pt x="4379288" y="3378213"/>
                </a:cubicBezTo>
                <a:lnTo>
                  <a:pt x="4380150" y="3395594"/>
                </a:lnTo>
                <a:cubicBezTo>
                  <a:pt x="4380150" y="3410507"/>
                  <a:pt x="4387376" y="3417964"/>
                  <a:pt x="4401831" y="3417964"/>
                </a:cubicBezTo>
                <a:cubicBezTo>
                  <a:pt x="4416745" y="3417964"/>
                  <a:pt x="4424718" y="3409188"/>
                  <a:pt x="4425751" y="3391636"/>
                </a:cubicBezTo>
                <a:cubicBezTo>
                  <a:pt x="4425866" y="3389800"/>
                  <a:pt x="4425923" y="3385957"/>
                  <a:pt x="4425923" y="3380106"/>
                </a:cubicBezTo>
                <a:cubicBezTo>
                  <a:pt x="4425923" y="3349590"/>
                  <a:pt x="4414451" y="3334333"/>
                  <a:pt x="4391506" y="3334333"/>
                </a:cubicBezTo>
                <a:close/>
                <a:moveTo>
                  <a:pt x="3844308" y="3333300"/>
                </a:moveTo>
                <a:cubicBezTo>
                  <a:pt x="3831115" y="3333300"/>
                  <a:pt x="3823371" y="3339747"/>
                  <a:pt x="3821076" y="3352640"/>
                </a:cubicBezTo>
                <a:cubicBezTo>
                  <a:pt x="3817635" y="3371696"/>
                  <a:pt x="3815914" y="3388642"/>
                  <a:pt x="3815914" y="3403475"/>
                </a:cubicBezTo>
                <a:cubicBezTo>
                  <a:pt x="3815914" y="3425954"/>
                  <a:pt x="3818151" y="3451458"/>
                  <a:pt x="3822625" y="3479984"/>
                </a:cubicBezTo>
                <a:cubicBezTo>
                  <a:pt x="3825035" y="3495045"/>
                  <a:pt x="3832491" y="3506512"/>
                  <a:pt x="3844996" y="3514387"/>
                </a:cubicBezTo>
                <a:cubicBezTo>
                  <a:pt x="3856124" y="3521233"/>
                  <a:pt x="3869833" y="3524655"/>
                  <a:pt x="3886124" y="3524655"/>
                </a:cubicBezTo>
                <a:cubicBezTo>
                  <a:pt x="3901841" y="3524655"/>
                  <a:pt x="3917041" y="3521959"/>
                  <a:pt x="3931726" y="3516568"/>
                </a:cubicBezTo>
                <a:cubicBezTo>
                  <a:pt x="3936085" y="3525172"/>
                  <a:pt x="3943026" y="3529474"/>
                  <a:pt x="3952547" y="3529474"/>
                </a:cubicBezTo>
                <a:cubicBezTo>
                  <a:pt x="3959316" y="3529474"/>
                  <a:pt x="3965023" y="3527380"/>
                  <a:pt x="3969670" y="3523193"/>
                </a:cubicBezTo>
                <a:cubicBezTo>
                  <a:pt x="3974316" y="3519005"/>
                  <a:pt x="3976639" y="3513700"/>
                  <a:pt x="3976639" y="3507275"/>
                </a:cubicBezTo>
                <a:cubicBezTo>
                  <a:pt x="3976639" y="3504866"/>
                  <a:pt x="3976438" y="3501281"/>
                  <a:pt x="3976037" y="3496520"/>
                </a:cubicBezTo>
                <a:cubicBezTo>
                  <a:pt x="3975635" y="3491759"/>
                  <a:pt x="3975435" y="3488174"/>
                  <a:pt x="3975435" y="3485765"/>
                </a:cubicBezTo>
                <a:cubicBezTo>
                  <a:pt x="3975435" y="3478078"/>
                  <a:pt x="3975377" y="3466492"/>
                  <a:pt x="3975262" y="3451004"/>
                </a:cubicBezTo>
                <a:cubicBezTo>
                  <a:pt x="3975148" y="3435517"/>
                  <a:pt x="3975090" y="3423930"/>
                  <a:pt x="3975090" y="3416243"/>
                </a:cubicBezTo>
                <a:cubicBezTo>
                  <a:pt x="3975090" y="3419570"/>
                  <a:pt x="3976180" y="3399380"/>
                  <a:pt x="3978360" y="3355671"/>
                </a:cubicBezTo>
                <a:cubicBezTo>
                  <a:pt x="3978704" y="3349246"/>
                  <a:pt x="3976467" y="3343912"/>
                  <a:pt x="3971648" y="3339667"/>
                </a:cubicBezTo>
                <a:cubicBezTo>
                  <a:pt x="3966831" y="3335422"/>
                  <a:pt x="3961037" y="3333300"/>
                  <a:pt x="3954268" y="3333300"/>
                </a:cubicBezTo>
                <a:cubicBezTo>
                  <a:pt x="3940387" y="3333300"/>
                  <a:pt x="3932586" y="3340126"/>
                  <a:pt x="3930865" y="3353777"/>
                </a:cubicBezTo>
                <a:cubicBezTo>
                  <a:pt x="3928686" y="3370871"/>
                  <a:pt x="3927596" y="3391177"/>
                  <a:pt x="3927596" y="3414695"/>
                </a:cubicBezTo>
                <a:cubicBezTo>
                  <a:pt x="3927596" y="3420546"/>
                  <a:pt x="3927710" y="3430182"/>
                  <a:pt x="3927940" y="3443605"/>
                </a:cubicBezTo>
                <a:cubicBezTo>
                  <a:pt x="3928054" y="3454847"/>
                  <a:pt x="3928112" y="3464885"/>
                  <a:pt x="3928112" y="3473719"/>
                </a:cubicBezTo>
                <a:cubicBezTo>
                  <a:pt x="3912854" y="3477390"/>
                  <a:pt x="3898858" y="3479226"/>
                  <a:pt x="3886124" y="3479226"/>
                </a:cubicBezTo>
                <a:cubicBezTo>
                  <a:pt x="3883600" y="3479226"/>
                  <a:pt x="3880990" y="3478884"/>
                  <a:pt x="3878294" y="3478200"/>
                </a:cubicBezTo>
                <a:cubicBezTo>
                  <a:pt x="3875598" y="3477516"/>
                  <a:pt x="3872816" y="3476548"/>
                  <a:pt x="3869948" y="3475295"/>
                </a:cubicBezTo>
                <a:cubicBezTo>
                  <a:pt x="3867768" y="3467434"/>
                  <a:pt x="3866133" y="3457495"/>
                  <a:pt x="3865044" y="3445477"/>
                </a:cubicBezTo>
                <a:cubicBezTo>
                  <a:pt x="3863954" y="3433459"/>
                  <a:pt x="3863409" y="3419420"/>
                  <a:pt x="3863409" y="3403359"/>
                </a:cubicBezTo>
                <a:cubicBezTo>
                  <a:pt x="3863409" y="3397777"/>
                  <a:pt x="3864241" y="3389632"/>
                  <a:pt x="3865904" y="3378923"/>
                </a:cubicBezTo>
                <a:cubicBezTo>
                  <a:pt x="3867568" y="3368214"/>
                  <a:pt x="3868399" y="3360354"/>
                  <a:pt x="3868399" y="3355343"/>
                </a:cubicBezTo>
                <a:cubicBezTo>
                  <a:pt x="3868399" y="3348963"/>
                  <a:pt x="3866047" y="3343694"/>
                  <a:pt x="3861344" y="3339537"/>
                </a:cubicBezTo>
                <a:cubicBezTo>
                  <a:pt x="3856640" y="3335379"/>
                  <a:pt x="3850962" y="3333300"/>
                  <a:pt x="3844308" y="3333300"/>
                </a:cubicBezTo>
                <a:close/>
                <a:moveTo>
                  <a:pt x="6659033" y="3332095"/>
                </a:moveTo>
                <a:cubicBezTo>
                  <a:pt x="6629779" y="3332095"/>
                  <a:pt x="6607982" y="3334447"/>
                  <a:pt x="6593642" y="3339151"/>
                </a:cubicBezTo>
                <a:cubicBezTo>
                  <a:pt x="6569206" y="3347181"/>
                  <a:pt x="6556988" y="3362726"/>
                  <a:pt x="6556988" y="3385785"/>
                </a:cubicBezTo>
                <a:cubicBezTo>
                  <a:pt x="6556988" y="3402076"/>
                  <a:pt x="6565076" y="3415899"/>
                  <a:pt x="6581252" y="3427257"/>
                </a:cubicBezTo>
                <a:cubicBezTo>
                  <a:pt x="6587906" y="3431846"/>
                  <a:pt x="6603049" y="3439360"/>
                  <a:pt x="6626681" y="3449800"/>
                </a:cubicBezTo>
                <a:cubicBezTo>
                  <a:pt x="6642857" y="3456912"/>
                  <a:pt x="6650945" y="3463394"/>
                  <a:pt x="6650945" y="3469245"/>
                </a:cubicBezTo>
                <a:cubicBezTo>
                  <a:pt x="6650830" y="3478652"/>
                  <a:pt x="6639129" y="3483356"/>
                  <a:pt x="6615840" y="3483356"/>
                </a:cubicBezTo>
                <a:cubicBezTo>
                  <a:pt x="6610449" y="3483356"/>
                  <a:pt x="6602762" y="3481692"/>
                  <a:pt x="6592781" y="3478365"/>
                </a:cubicBezTo>
                <a:cubicBezTo>
                  <a:pt x="6582801" y="3475038"/>
                  <a:pt x="6575172" y="3473375"/>
                  <a:pt x="6569894" y="3473375"/>
                </a:cubicBezTo>
                <a:cubicBezTo>
                  <a:pt x="6556243" y="3473375"/>
                  <a:pt x="6549417" y="3479111"/>
                  <a:pt x="6549417" y="3490583"/>
                </a:cubicBezTo>
                <a:cubicBezTo>
                  <a:pt x="6549417" y="3503088"/>
                  <a:pt x="6558021" y="3512552"/>
                  <a:pt x="6575229" y="3518977"/>
                </a:cubicBezTo>
                <a:cubicBezTo>
                  <a:pt x="6587848" y="3523680"/>
                  <a:pt x="6601787" y="3526032"/>
                  <a:pt x="6617045" y="3526032"/>
                </a:cubicBezTo>
                <a:cubicBezTo>
                  <a:pt x="6638613" y="3526032"/>
                  <a:pt x="6656796" y="3521959"/>
                  <a:pt x="6671595" y="3513814"/>
                </a:cubicBezTo>
                <a:cubicBezTo>
                  <a:pt x="6689951" y="3503604"/>
                  <a:pt x="6699128" y="3488633"/>
                  <a:pt x="6699128" y="3468901"/>
                </a:cubicBezTo>
                <a:cubicBezTo>
                  <a:pt x="6699128" y="3453757"/>
                  <a:pt x="6690811" y="3440163"/>
                  <a:pt x="6674176" y="3428117"/>
                </a:cubicBezTo>
                <a:cubicBezTo>
                  <a:pt x="6666146" y="3422266"/>
                  <a:pt x="6650773" y="3414122"/>
                  <a:pt x="6628058" y="3403682"/>
                </a:cubicBezTo>
                <a:cubicBezTo>
                  <a:pt x="6611424" y="3396110"/>
                  <a:pt x="6603106" y="3390087"/>
                  <a:pt x="6603106" y="3385613"/>
                </a:cubicBezTo>
                <a:cubicBezTo>
                  <a:pt x="6603106" y="3378041"/>
                  <a:pt x="6616930" y="3374255"/>
                  <a:pt x="6644578" y="3374255"/>
                </a:cubicBezTo>
                <a:cubicBezTo>
                  <a:pt x="6649396" y="3374255"/>
                  <a:pt x="6654100" y="3374657"/>
                  <a:pt x="6658689" y="3375460"/>
                </a:cubicBezTo>
                <a:cubicBezTo>
                  <a:pt x="6660983" y="3384982"/>
                  <a:pt x="6667809" y="3389743"/>
                  <a:pt x="6679167" y="3389743"/>
                </a:cubicBezTo>
                <a:cubicBezTo>
                  <a:pt x="6690295" y="3389743"/>
                  <a:pt x="6695859" y="3379418"/>
                  <a:pt x="6695859" y="3358768"/>
                </a:cubicBezTo>
                <a:cubicBezTo>
                  <a:pt x="6695859" y="3347984"/>
                  <a:pt x="6692073" y="3340584"/>
                  <a:pt x="6684501" y="3336570"/>
                </a:cubicBezTo>
                <a:cubicBezTo>
                  <a:pt x="6678994" y="3333587"/>
                  <a:pt x="6670505" y="3332095"/>
                  <a:pt x="6659033" y="3332095"/>
                </a:cubicBezTo>
                <a:close/>
                <a:moveTo>
                  <a:pt x="10161275" y="3327793"/>
                </a:moveTo>
                <a:cubicBezTo>
                  <a:pt x="10154506" y="3327793"/>
                  <a:pt x="10148799" y="3329925"/>
                  <a:pt x="10144152" y="3334190"/>
                </a:cubicBezTo>
                <a:cubicBezTo>
                  <a:pt x="10139506" y="3338454"/>
                  <a:pt x="10137183" y="3343858"/>
                  <a:pt x="10137183" y="3350401"/>
                </a:cubicBezTo>
                <a:cubicBezTo>
                  <a:pt x="10137183" y="3353788"/>
                  <a:pt x="10137384" y="3358958"/>
                  <a:pt x="10137785" y="3365909"/>
                </a:cubicBezTo>
                <a:cubicBezTo>
                  <a:pt x="10138187" y="3372861"/>
                  <a:pt x="10138388" y="3378089"/>
                  <a:pt x="10138388" y="3381593"/>
                </a:cubicBezTo>
                <a:cubicBezTo>
                  <a:pt x="10138388" y="3392809"/>
                  <a:pt x="10137584" y="3408407"/>
                  <a:pt x="10135979" y="3428385"/>
                </a:cubicBezTo>
                <a:cubicBezTo>
                  <a:pt x="10134373" y="3448363"/>
                  <a:pt x="10133569" y="3463960"/>
                  <a:pt x="10133569" y="3475176"/>
                </a:cubicBezTo>
                <a:cubicBezTo>
                  <a:pt x="10133569" y="3478448"/>
                  <a:pt x="10133914" y="3483384"/>
                  <a:pt x="10134602" y="3489985"/>
                </a:cubicBezTo>
                <a:cubicBezTo>
                  <a:pt x="10135290" y="3496586"/>
                  <a:pt x="10135634" y="3501522"/>
                  <a:pt x="10135634" y="3504793"/>
                </a:cubicBezTo>
                <a:cubicBezTo>
                  <a:pt x="10135634" y="3511453"/>
                  <a:pt x="10137871" y="3516973"/>
                  <a:pt x="10142346" y="3521354"/>
                </a:cubicBezTo>
                <a:cubicBezTo>
                  <a:pt x="10146820" y="3525735"/>
                  <a:pt x="10152498" y="3527925"/>
                  <a:pt x="10159382" y="3527925"/>
                </a:cubicBezTo>
                <a:cubicBezTo>
                  <a:pt x="10166265" y="3527925"/>
                  <a:pt x="10171973" y="3525721"/>
                  <a:pt x="10176504" y="3521313"/>
                </a:cubicBezTo>
                <a:cubicBezTo>
                  <a:pt x="10181035" y="3516905"/>
                  <a:pt x="10183301" y="3511352"/>
                  <a:pt x="10183301" y="3504654"/>
                </a:cubicBezTo>
                <a:cubicBezTo>
                  <a:pt x="10183301" y="3501362"/>
                  <a:pt x="10183674" y="3496397"/>
                  <a:pt x="10184420" y="3489756"/>
                </a:cubicBezTo>
                <a:cubicBezTo>
                  <a:pt x="10185165" y="3483116"/>
                  <a:pt x="10185538" y="3478150"/>
                  <a:pt x="10185538" y="3474859"/>
                </a:cubicBezTo>
                <a:cubicBezTo>
                  <a:pt x="10185538" y="3469806"/>
                  <a:pt x="10185859" y="3464634"/>
                  <a:pt x="10186501" y="3459345"/>
                </a:cubicBezTo>
                <a:cubicBezTo>
                  <a:pt x="10187249" y="3452881"/>
                  <a:pt x="10187729" y="3447709"/>
                  <a:pt x="10187942" y="3443830"/>
                </a:cubicBezTo>
                <a:cubicBezTo>
                  <a:pt x="10193282" y="3424437"/>
                  <a:pt x="10200678" y="3408423"/>
                  <a:pt x="10210132" y="3395788"/>
                </a:cubicBezTo>
                <a:cubicBezTo>
                  <a:pt x="10219584" y="3383154"/>
                  <a:pt x="10229224" y="3376837"/>
                  <a:pt x="10239051" y="3376837"/>
                </a:cubicBezTo>
                <a:cubicBezTo>
                  <a:pt x="10243643" y="3376837"/>
                  <a:pt x="10245939" y="3381598"/>
                  <a:pt x="10245939" y="3391119"/>
                </a:cubicBezTo>
                <a:cubicBezTo>
                  <a:pt x="10245939" y="3393184"/>
                  <a:pt x="10245824" y="3395852"/>
                  <a:pt x="10245595" y="3399121"/>
                </a:cubicBezTo>
                <a:cubicBezTo>
                  <a:pt x="10245366" y="3402391"/>
                  <a:pt x="10245251" y="3404427"/>
                  <a:pt x="10245251" y="3405230"/>
                </a:cubicBezTo>
                <a:cubicBezTo>
                  <a:pt x="10245251" y="3408213"/>
                  <a:pt x="10245050" y="3413318"/>
                  <a:pt x="10244649" y="3420546"/>
                </a:cubicBezTo>
                <a:cubicBezTo>
                  <a:pt x="10244248" y="3427773"/>
                  <a:pt x="10244046" y="3432878"/>
                  <a:pt x="10244046" y="3435861"/>
                </a:cubicBezTo>
                <a:cubicBezTo>
                  <a:pt x="10244046" y="3446989"/>
                  <a:pt x="10244907" y="3458863"/>
                  <a:pt x="10246628" y="3471482"/>
                </a:cubicBezTo>
                <a:cubicBezTo>
                  <a:pt x="10248233" y="3483413"/>
                  <a:pt x="10249840" y="3495287"/>
                  <a:pt x="10251446" y="3507103"/>
                </a:cubicBezTo>
                <a:cubicBezTo>
                  <a:pt x="10253052" y="3520984"/>
                  <a:pt x="10260910" y="3527925"/>
                  <a:pt x="10275021" y="3527925"/>
                </a:cubicBezTo>
                <a:cubicBezTo>
                  <a:pt x="10281789" y="3527925"/>
                  <a:pt x="10287468" y="3525803"/>
                  <a:pt x="10292057" y="3521558"/>
                </a:cubicBezTo>
                <a:cubicBezTo>
                  <a:pt x="10296647" y="3517313"/>
                  <a:pt x="10298941" y="3511979"/>
                  <a:pt x="10298941" y="3505554"/>
                </a:cubicBezTo>
                <a:cubicBezTo>
                  <a:pt x="10298941" y="3496721"/>
                  <a:pt x="10297707" y="3485249"/>
                  <a:pt x="10295241" y="3471138"/>
                </a:cubicBezTo>
                <a:cubicBezTo>
                  <a:pt x="10292775" y="3457027"/>
                  <a:pt x="10291541" y="3445497"/>
                  <a:pt x="10291541" y="3436549"/>
                </a:cubicBezTo>
                <a:cubicBezTo>
                  <a:pt x="10291541" y="3434369"/>
                  <a:pt x="10291598" y="3430641"/>
                  <a:pt x="10291713" y="3425364"/>
                </a:cubicBezTo>
                <a:lnTo>
                  <a:pt x="10291713" y="3413146"/>
                </a:lnTo>
                <a:cubicBezTo>
                  <a:pt x="10291713" y="3388940"/>
                  <a:pt x="10288960" y="3370757"/>
                  <a:pt x="10283453" y="3358596"/>
                </a:cubicBezTo>
                <a:cubicBezTo>
                  <a:pt x="10275193" y="3340470"/>
                  <a:pt x="10260222" y="3331407"/>
                  <a:pt x="10238540" y="3331407"/>
                </a:cubicBezTo>
                <a:cubicBezTo>
                  <a:pt x="10219955" y="3331407"/>
                  <a:pt x="10202287" y="3339839"/>
                  <a:pt x="10185538" y="3356703"/>
                </a:cubicBezTo>
                <a:lnTo>
                  <a:pt x="10185366" y="3354810"/>
                </a:lnTo>
                <a:cubicBezTo>
                  <a:pt x="10184334" y="3336799"/>
                  <a:pt x="10176303" y="3327793"/>
                  <a:pt x="10161275" y="3327793"/>
                </a:cubicBezTo>
                <a:close/>
                <a:moveTo>
                  <a:pt x="7503800" y="3327793"/>
                </a:moveTo>
                <a:cubicBezTo>
                  <a:pt x="7497032" y="3327793"/>
                  <a:pt x="7491324" y="3329925"/>
                  <a:pt x="7486678" y="3334190"/>
                </a:cubicBezTo>
                <a:cubicBezTo>
                  <a:pt x="7482031" y="3338454"/>
                  <a:pt x="7479708" y="3343858"/>
                  <a:pt x="7479708" y="3350401"/>
                </a:cubicBezTo>
                <a:cubicBezTo>
                  <a:pt x="7479708" y="3353788"/>
                  <a:pt x="7479910" y="3358958"/>
                  <a:pt x="7480311" y="3365909"/>
                </a:cubicBezTo>
                <a:cubicBezTo>
                  <a:pt x="7480712" y="3372861"/>
                  <a:pt x="7480913" y="3378089"/>
                  <a:pt x="7480913" y="3381593"/>
                </a:cubicBezTo>
                <a:cubicBezTo>
                  <a:pt x="7480913" y="3392809"/>
                  <a:pt x="7480109" y="3408407"/>
                  <a:pt x="7478504" y="3428385"/>
                </a:cubicBezTo>
                <a:cubicBezTo>
                  <a:pt x="7476898" y="3448363"/>
                  <a:pt x="7476095" y="3463960"/>
                  <a:pt x="7476095" y="3475176"/>
                </a:cubicBezTo>
                <a:cubicBezTo>
                  <a:pt x="7476095" y="3478448"/>
                  <a:pt x="7476439" y="3483384"/>
                  <a:pt x="7477127" y="3489985"/>
                </a:cubicBezTo>
                <a:cubicBezTo>
                  <a:pt x="7477815" y="3496586"/>
                  <a:pt x="7478160" y="3501522"/>
                  <a:pt x="7478160" y="3504793"/>
                </a:cubicBezTo>
                <a:cubicBezTo>
                  <a:pt x="7478160" y="3511453"/>
                  <a:pt x="7480397" y="3516973"/>
                  <a:pt x="7484871" y="3521354"/>
                </a:cubicBezTo>
                <a:cubicBezTo>
                  <a:pt x="7489345" y="3525735"/>
                  <a:pt x="7495024" y="3527925"/>
                  <a:pt x="7501907" y="3527925"/>
                </a:cubicBezTo>
                <a:cubicBezTo>
                  <a:pt x="7508790" y="3527925"/>
                  <a:pt x="7514498" y="3525721"/>
                  <a:pt x="7519029" y="3521313"/>
                </a:cubicBezTo>
                <a:cubicBezTo>
                  <a:pt x="7523560" y="3516905"/>
                  <a:pt x="7525826" y="3511352"/>
                  <a:pt x="7525826" y="3504654"/>
                </a:cubicBezTo>
                <a:cubicBezTo>
                  <a:pt x="7525826" y="3501362"/>
                  <a:pt x="7526200" y="3496397"/>
                  <a:pt x="7526945" y="3489756"/>
                </a:cubicBezTo>
                <a:cubicBezTo>
                  <a:pt x="7527690" y="3483116"/>
                  <a:pt x="7528064" y="3478150"/>
                  <a:pt x="7528064" y="3474859"/>
                </a:cubicBezTo>
                <a:cubicBezTo>
                  <a:pt x="7528064" y="3469806"/>
                  <a:pt x="7528384" y="3464634"/>
                  <a:pt x="7529026" y="3459345"/>
                </a:cubicBezTo>
                <a:cubicBezTo>
                  <a:pt x="7529774" y="3452881"/>
                  <a:pt x="7530254" y="3447709"/>
                  <a:pt x="7530467" y="3443830"/>
                </a:cubicBezTo>
                <a:cubicBezTo>
                  <a:pt x="7535807" y="3424437"/>
                  <a:pt x="7543203" y="3408423"/>
                  <a:pt x="7552657" y="3395788"/>
                </a:cubicBezTo>
                <a:cubicBezTo>
                  <a:pt x="7562110" y="3383154"/>
                  <a:pt x="7571749" y="3376837"/>
                  <a:pt x="7581576" y="3376837"/>
                </a:cubicBezTo>
                <a:cubicBezTo>
                  <a:pt x="7586168" y="3376837"/>
                  <a:pt x="7588465" y="3381598"/>
                  <a:pt x="7588465" y="3391119"/>
                </a:cubicBezTo>
                <a:cubicBezTo>
                  <a:pt x="7588465" y="3393184"/>
                  <a:pt x="7588349" y="3395852"/>
                  <a:pt x="7588120" y="3399121"/>
                </a:cubicBezTo>
                <a:cubicBezTo>
                  <a:pt x="7587891" y="3402391"/>
                  <a:pt x="7587776" y="3404427"/>
                  <a:pt x="7587776" y="3405230"/>
                </a:cubicBezTo>
                <a:cubicBezTo>
                  <a:pt x="7587776" y="3408213"/>
                  <a:pt x="7587575" y="3413318"/>
                  <a:pt x="7587174" y="3420546"/>
                </a:cubicBezTo>
                <a:cubicBezTo>
                  <a:pt x="7586773" y="3427773"/>
                  <a:pt x="7586572" y="3432878"/>
                  <a:pt x="7586572" y="3435861"/>
                </a:cubicBezTo>
                <a:cubicBezTo>
                  <a:pt x="7586572" y="3446989"/>
                  <a:pt x="7587432" y="3458863"/>
                  <a:pt x="7589153" y="3471482"/>
                </a:cubicBezTo>
                <a:cubicBezTo>
                  <a:pt x="7590759" y="3483413"/>
                  <a:pt x="7592365" y="3495287"/>
                  <a:pt x="7593971" y="3507103"/>
                </a:cubicBezTo>
                <a:cubicBezTo>
                  <a:pt x="7595577" y="3520984"/>
                  <a:pt x="7603436" y="3527925"/>
                  <a:pt x="7617546" y="3527925"/>
                </a:cubicBezTo>
                <a:cubicBezTo>
                  <a:pt x="7624315" y="3527925"/>
                  <a:pt x="7629993" y="3525803"/>
                  <a:pt x="7634583" y="3521558"/>
                </a:cubicBezTo>
                <a:cubicBezTo>
                  <a:pt x="7639172" y="3517313"/>
                  <a:pt x="7641466" y="3511979"/>
                  <a:pt x="7641466" y="3505554"/>
                </a:cubicBezTo>
                <a:cubicBezTo>
                  <a:pt x="7641466" y="3496721"/>
                  <a:pt x="7640232" y="3485249"/>
                  <a:pt x="7637766" y="3471138"/>
                </a:cubicBezTo>
                <a:cubicBezTo>
                  <a:pt x="7635300" y="3457027"/>
                  <a:pt x="7634066" y="3445497"/>
                  <a:pt x="7634066" y="3436549"/>
                </a:cubicBezTo>
                <a:cubicBezTo>
                  <a:pt x="7634066" y="3434369"/>
                  <a:pt x="7634123" y="3430641"/>
                  <a:pt x="7634238" y="3425364"/>
                </a:cubicBezTo>
                <a:lnTo>
                  <a:pt x="7634238" y="3413146"/>
                </a:lnTo>
                <a:cubicBezTo>
                  <a:pt x="7634238" y="3388940"/>
                  <a:pt x="7631485" y="3370757"/>
                  <a:pt x="7625979" y="3358596"/>
                </a:cubicBezTo>
                <a:cubicBezTo>
                  <a:pt x="7617719" y="3340470"/>
                  <a:pt x="7602747" y="3331407"/>
                  <a:pt x="7581065" y="3331407"/>
                </a:cubicBezTo>
                <a:cubicBezTo>
                  <a:pt x="7562480" y="3331407"/>
                  <a:pt x="7544813" y="3339839"/>
                  <a:pt x="7528064" y="3356703"/>
                </a:cubicBezTo>
                <a:lnTo>
                  <a:pt x="7527891" y="3354810"/>
                </a:lnTo>
                <a:cubicBezTo>
                  <a:pt x="7526859" y="3336799"/>
                  <a:pt x="7518828" y="3327793"/>
                  <a:pt x="7503800" y="3327793"/>
                </a:cubicBezTo>
                <a:close/>
                <a:moveTo>
                  <a:pt x="3395391" y="3301636"/>
                </a:moveTo>
                <a:cubicBezTo>
                  <a:pt x="3421662" y="3301636"/>
                  <a:pt x="3439960" y="3306111"/>
                  <a:pt x="3450285" y="3315059"/>
                </a:cubicBezTo>
                <a:cubicBezTo>
                  <a:pt x="3461069" y="3324466"/>
                  <a:pt x="3466461" y="3341216"/>
                  <a:pt x="3466461" y="3365307"/>
                </a:cubicBezTo>
                <a:cubicBezTo>
                  <a:pt x="3466461" y="3394102"/>
                  <a:pt x="3458717" y="3419800"/>
                  <a:pt x="3443230" y="3442400"/>
                </a:cubicBezTo>
                <a:cubicBezTo>
                  <a:pt x="3426366" y="3467180"/>
                  <a:pt x="3405314" y="3479570"/>
                  <a:pt x="3380076" y="3479570"/>
                </a:cubicBezTo>
                <a:cubicBezTo>
                  <a:pt x="3358393" y="3479570"/>
                  <a:pt x="3340439" y="3473834"/>
                  <a:pt x="3326214" y="3462362"/>
                </a:cubicBezTo>
                <a:cubicBezTo>
                  <a:pt x="3311415" y="3450430"/>
                  <a:pt x="3304015" y="3434943"/>
                  <a:pt x="3304015" y="3415899"/>
                </a:cubicBezTo>
                <a:cubicBezTo>
                  <a:pt x="3304015" y="3387678"/>
                  <a:pt x="3312562" y="3361981"/>
                  <a:pt x="3329656" y="3338806"/>
                </a:cubicBezTo>
                <a:cubicBezTo>
                  <a:pt x="3347896" y="3314026"/>
                  <a:pt x="3369808" y="3301636"/>
                  <a:pt x="3395391" y="3301636"/>
                </a:cubicBezTo>
                <a:close/>
                <a:moveTo>
                  <a:pt x="5229493" y="3289763"/>
                </a:moveTo>
                <a:cubicBezTo>
                  <a:pt x="5242915" y="3289763"/>
                  <a:pt x="5255305" y="3293434"/>
                  <a:pt x="5266662" y="3300776"/>
                </a:cubicBezTo>
                <a:cubicBezTo>
                  <a:pt x="5278479" y="3308348"/>
                  <a:pt x="5284387" y="3317010"/>
                  <a:pt x="5284387" y="3326761"/>
                </a:cubicBezTo>
                <a:cubicBezTo>
                  <a:pt x="5284387" y="3341675"/>
                  <a:pt x="5278077" y="3353663"/>
                  <a:pt x="5265458" y="3362726"/>
                </a:cubicBezTo>
                <a:cubicBezTo>
                  <a:pt x="5253641" y="3371216"/>
                  <a:pt x="5238785" y="3375460"/>
                  <a:pt x="5220889" y="3375460"/>
                </a:cubicBezTo>
                <a:cubicBezTo>
                  <a:pt x="5218938" y="3375460"/>
                  <a:pt x="5215037" y="3375001"/>
                  <a:pt x="5209187" y="3374083"/>
                </a:cubicBezTo>
                <a:cubicBezTo>
                  <a:pt x="5211138" y="3347124"/>
                  <a:pt x="5212227" y="3327277"/>
                  <a:pt x="5212456" y="3314543"/>
                </a:cubicBezTo>
                <a:cubicBezTo>
                  <a:pt x="5212571" y="3303759"/>
                  <a:pt x="5212629" y="3295671"/>
                  <a:pt x="5212629" y="3290280"/>
                </a:cubicBezTo>
                <a:cubicBezTo>
                  <a:pt x="5214579" y="3290050"/>
                  <a:pt x="5216959" y="3289907"/>
                  <a:pt x="5219770" y="3289849"/>
                </a:cubicBezTo>
                <a:cubicBezTo>
                  <a:pt x="5222581" y="3289792"/>
                  <a:pt x="5225821" y="3289763"/>
                  <a:pt x="5229493" y="3289763"/>
                </a:cubicBezTo>
                <a:close/>
                <a:moveTo>
                  <a:pt x="8915495" y="3275308"/>
                </a:moveTo>
                <a:cubicBezTo>
                  <a:pt x="8908840" y="3275308"/>
                  <a:pt x="8903162" y="3277430"/>
                  <a:pt x="8898458" y="3281675"/>
                </a:cubicBezTo>
                <a:cubicBezTo>
                  <a:pt x="8893756" y="3285920"/>
                  <a:pt x="8891404" y="3291254"/>
                  <a:pt x="8891404" y="3297679"/>
                </a:cubicBezTo>
                <a:cubicBezTo>
                  <a:pt x="8891404" y="3301694"/>
                  <a:pt x="8891632" y="3307373"/>
                  <a:pt x="8892092" y="3314715"/>
                </a:cubicBezTo>
                <a:cubicBezTo>
                  <a:pt x="8892551" y="3323205"/>
                  <a:pt x="8892837" y="3329284"/>
                  <a:pt x="8892952" y="3332955"/>
                </a:cubicBezTo>
                <a:cubicBezTo>
                  <a:pt x="8877694" y="3331579"/>
                  <a:pt x="8867943" y="3330890"/>
                  <a:pt x="8863698" y="3330890"/>
                </a:cubicBezTo>
                <a:cubicBezTo>
                  <a:pt x="8856815" y="3330890"/>
                  <a:pt x="8851193" y="3333128"/>
                  <a:pt x="8846834" y="3337602"/>
                </a:cubicBezTo>
                <a:cubicBezTo>
                  <a:pt x="8842475" y="3342076"/>
                  <a:pt x="8840295" y="3347525"/>
                  <a:pt x="8840295" y="3353950"/>
                </a:cubicBezTo>
                <a:cubicBezTo>
                  <a:pt x="8840295" y="3367258"/>
                  <a:pt x="8847493" y="3374686"/>
                  <a:pt x="8861891" y="3376234"/>
                </a:cubicBezTo>
                <a:cubicBezTo>
                  <a:pt x="8876289" y="3377784"/>
                  <a:pt x="8887044" y="3378730"/>
                  <a:pt x="8894156" y="3379074"/>
                </a:cubicBezTo>
                <a:cubicBezTo>
                  <a:pt x="8896222" y="3424618"/>
                  <a:pt x="8897254" y="3454331"/>
                  <a:pt x="8897254" y="3468212"/>
                </a:cubicBezTo>
                <a:cubicBezTo>
                  <a:pt x="8897254" y="3472342"/>
                  <a:pt x="8897082" y="3478537"/>
                  <a:pt x="8896738" y="3486797"/>
                </a:cubicBezTo>
                <a:cubicBezTo>
                  <a:pt x="8896394" y="3495057"/>
                  <a:pt x="8896222" y="3501252"/>
                  <a:pt x="8896222" y="3505382"/>
                </a:cubicBezTo>
                <a:cubicBezTo>
                  <a:pt x="8896222" y="3511577"/>
                  <a:pt x="8898746" y="3516740"/>
                  <a:pt x="8903794" y="3520870"/>
                </a:cubicBezTo>
                <a:cubicBezTo>
                  <a:pt x="8908382" y="3524770"/>
                  <a:pt x="8913831" y="3526720"/>
                  <a:pt x="8920141" y="3526720"/>
                </a:cubicBezTo>
                <a:cubicBezTo>
                  <a:pt x="8936776" y="3526720"/>
                  <a:pt x="8945093" y="3513527"/>
                  <a:pt x="8945093" y="3487141"/>
                </a:cubicBezTo>
                <a:cubicBezTo>
                  <a:pt x="8945093" y="3484618"/>
                  <a:pt x="8945036" y="3481319"/>
                  <a:pt x="8944921" y="3477247"/>
                </a:cubicBezTo>
                <a:cubicBezTo>
                  <a:pt x="8944806" y="3473174"/>
                  <a:pt x="8944749" y="3470392"/>
                  <a:pt x="8944749" y="3468901"/>
                </a:cubicBezTo>
                <a:cubicBezTo>
                  <a:pt x="8944749" y="3454675"/>
                  <a:pt x="8943716" y="3424389"/>
                  <a:pt x="8941652" y="3378041"/>
                </a:cubicBezTo>
                <a:cubicBezTo>
                  <a:pt x="8947846" y="3377123"/>
                  <a:pt x="8953296" y="3376665"/>
                  <a:pt x="8958000" y="3376665"/>
                </a:cubicBezTo>
                <a:cubicBezTo>
                  <a:pt x="8960408" y="3376665"/>
                  <a:pt x="8963248" y="3376750"/>
                  <a:pt x="8966518" y="3376923"/>
                </a:cubicBezTo>
                <a:cubicBezTo>
                  <a:pt x="8969787" y="3377095"/>
                  <a:pt x="8972626" y="3377181"/>
                  <a:pt x="8975036" y="3377181"/>
                </a:cubicBezTo>
                <a:cubicBezTo>
                  <a:pt x="8981918" y="3377181"/>
                  <a:pt x="8987598" y="3375001"/>
                  <a:pt x="8992072" y="3370642"/>
                </a:cubicBezTo>
                <a:cubicBezTo>
                  <a:pt x="8996546" y="3366282"/>
                  <a:pt x="8998783" y="3360833"/>
                  <a:pt x="8998783" y="3354294"/>
                </a:cubicBezTo>
                <a:cubicBezTo>
                  <a:pt x="8998783" y="3343510"/>
                  <a:pt x="8994194" y="3336512"/>
                  <a:pt x="8985016" y="3333300"/>
                </a:cubicBezTo>
                <a:cubicBezTo>
                  <a:pt x="8980198" y="3331579"/>
                  <a:pt x="8971192" y="3330718"/>
                  <a:pt x="8958000" y="3330718"/>
                </a:cubicBezTo>
                <a:cubicBezTo>
                  <a:pt x="8953525" y="3330718"/>
                  <a:pt x="8947732" y="3331235"/>
                  <a:pt x="8940619" y="3332268"/>
                </a:cubicBezTo>
                <a:lnTo>
                  <a:pt x="8940963" y="3318157"/>
                </a:lnTo>
                <a:cubicBezTo>
                  <a:pt x="8940963" y="3289591"/>
                  <a:pt x="8932474" y="3275308"/>
                  <a:pt x="8915495" y="3275308"/>
                </a:cubicBezTo>
                <a:close/>
                <a:moveTo>
                  <a:pt x="8001095" y="3275308"/>
                </a:moveTo>
                <a:cubicBezTo>
                  <a:pt x="7994441" y="3275308"/>
                  <a:pt x="7988763" y="3277430"/>
                  <a:pt x="7984059" y="3281675"/>
                </a:cubicBezTo>
                <a:cubicBezTo>
                  <a:pt x="7979355" y="3285920"/>
                  <a:pt x="7977004" y="3291254"/>
                  <a:pt x="7977004" y="3297679"/>
                </a:cubicBezTo>
                <a:cubicBezTo>
                  <a:pt x="7977004" y="3301694"/>
                  <a:pt x="7977233" y="3307373"/>
                  <a:pt x="7977692" y="3314715"/>
                </a:cubicBezTo>
                <a:cubicBezTo>
                  <a:pt x="7978151" y="3323205"/>
                  <a:pt x="7978438" y="3329284"/>
                  <a:pt x="7978552" y="3332955"/>
                </a:cubicBezTo>
                <a:cubicBezTo>
                  <a:pt x="7963295" y="3331579"/>
                  <a:pt x="7953543" y="3330890"/>
                  <a:pt x="7949298" y="3330890"/>
                </a:cubicBezTo>
                <a:cubicBezTo>
                  <a:pt x="7942415" y="3330890"/>
                  <a:pt x="7936794" y="3333128"/>
                  <a:pt x="7932434" y="3337602"/>
                </a:cubicBezTo>
                <a:cubicBezTo>
                  <a:pt x="7928075" y="3342076"/>
                  <a:pt x="7925895" y="3347525"/>
                  <a:pt x="7925895" y="3353950"/>
                </a:cubicBezTo>
                <a:cubicBezTo>
                  <a:pt x="7925895" y="3367258"/>
                  <a:pt x="7933094" y="3374686"/>
                  <a:pt x="7947491" y="3376234"/>
                </a:cubicBezTo>
                <a:cubicBezTo>
                  <a:pt x="7961889" y="3377784"/>
                  <a:pt x="7972644" y="3378730"/>
                  <a:pt x="7979757" y="3379074"/>
                </a:cubicBezTo>
                <a:cubicBezTo>
                  <a:pt x="7981822" y="3424618"/>
                  <a:pt x="7982854" y="3454331"/>
                  <a:pt x="7982854" y="3468212"/>
                </a:cubicBezTo>
                <a:cubicBezTo>
                  <a:pt x="7982854" y="3472342"/>
                  <a:pt x="7982682" y="3478537"/>
                  <a:pt x="7982338" y="3486797"/>
                </a:cubicBezTo>
                <a:cubicBezTo>
                  <a:pt x="7981994" y="3495057"/>
                  <a:pt x="7981822" y="3501252"/>
                  <a:pt x="7981822" y="3505382"/>
                </a:cubicBezTo>
                <a:cubicBezTo>
                  <a:pt x="7981822" y="3511577"/>
                  <a:pt x="7984346" y="3516740"/>
                  <a:pt x="7989394" y="3520870"/>
                </a:cubicBezTo>
                <a:cubicBezTo>
                  <a:pt x="7993982" y="3524770"/>
                  <a:pt x="7999432" y="3526720"/>
                  <a:pt x="8005741" y="3526720"/>
                </a:cubicBezTo>
                <a:cubicBezTo>
                  <a:pt x="8022376" y="3526720"/>
                  <a:pt x="8030693" y="3513527"/>
                  <a:pt x="8030693" y="3487141"/>
                </a:cubicBezTo>
                <a:cubicBezTo>
                  <a:pt x="8030693" y="3484618"/>
                  <a:pt x="8030636" y="3481319"/>
                  <a:pt x="8030521" y="3477247"/>
                </a:cubicBezTo>
                <a:cubicBezTo>
                  <a:pt x="8030407" y="3473174"/>
                  <a:pt x="8030349" y="3470392"/>
                  <a:pt x="8030349" y="3468901"/>
                </a:cubicBezTo>
                <a:cubicBezTo>
                  <a:pt x="8030349" y="3454675"/>
                  <a:pt x="8029317" y="3424389"/>
                  <a:pt x="8027252" y="3378041"/>
                </a:cubicBezTo>
                <a:cubicBezTo>
                  <a:pt x="8033447" y="3377123"/>
                  <a:pt x="8038896" y="3376665"/>
                  <a:pt x="8043600" y="3376665"/>
                </a:cubicBezTo>
                <a:cubicBezTo>
                  <a:pt x="8046009" y="3376665"/>
                  <a:pt x="8048848" y="3376750"/>
                  <a:pt x="8052118" y="3376923"/>
                </a:cubicBezTo>
                <a:cubicBezTo>
                  <a:pt x="8055387" y="3377095"/>
                  <a:pt x="8058227" y="3377181"/>
                  <a:pt x="8060636" y="3377181"/>
                </a:cubicBezTo>
                <a:cubicBezTo>
                  <a:pt x="8067519" y="3377181"/>
                  <a:pt x="8073198" y="3375001"/>
                  <a:pt x="8077672" y="3370642"/>
                </a:cubicBezTo>
                <a:cubicBezTo>
                  <a:pt x="8082146" y="3366282"/>
                  <a:pt x="8084383" y="3360833"/>
                  <a:pt x="8084383" y="3354294"/>
                </a:cubicBezTo>
                <a:cubicBezTo>
                  <a:pt x="8084383" y="3343510"/>
                  <a:pt x="8079794" y="3336512"/>
                  <a:pt x="8070616" y="3333300"/>
                </a:cubicBezTo>
                <a:cubicBezTo>
                  <a:pt x="8065798" y="3331579"/>
                  <a:pt x="8056792" y="3330718"/>
                  <a:pt x="8043600" y="3330718"/>
                </a:cubicBezTo>
                <a:cubicBezTo>
                  <a:pt x="8039125" y="3330718"/>
                  <a:pt x="8033332" y="3331235"/>
                  <a:pt x="8026219" y="3332268"/>
                </a:cubicBezTo>
                <a:lnTo>
                  <a:pt x="8026563" y="3318157"/>
                </a:lnTo>
                <a:cubicBezTo>
                  <a:pt x="8026563" y="3289591"/>
                  <a:pt x="8018074" y="3275308"/>
                  <a:pt x="8001095" y="3275308"/>
                </a:cubicBezTo>
                <a:close/>
                <a:moveTo>
                  <a:pt x="9330930" y="3257928"/>
                </a:moveTo>
                <a:cubicBezTo>
                  <a:pt x="9323588" y="3257928"/>
                  <a:pt x="9317221" y="3260394"/>
                  <a:pt x="9311829" y="3265327"/>
                </a:cubicBezTo>
                <a:cubicBezTo>
                  <a:pt x="9306436" y="3270260"/>
                  <a:pt x="9303741" y="3276283"/>
                  <a:pt x="9303741" y="3283396"/>
                </a:cubicBezTo>
                <a:cubicBezTo>
                  <a:pt x="9303741" y="3290508"/>
                  <a:pt x="9306436" y="3296531"/>
                  <a:pt x="9311829" y="3301465"/>
                </a:cubicBezTo>
                <a:cubicBezTo>
                  <a:pt x="9317221" y="3306397"/>
                  <a:pt x="9323588" y="3308864"/>
                  <a:pt x="9330930" y="3308864"/>
                </a:cubicBezTo>
                <a:cubicBezTo>
                  <a:pt x="9338272" y="3308864"/>
                  <a:pt x="9344610" y="3306397"/>
                  <a:pt x="9349945" y="3301465"/>
                </a:cubicBezTo>
                <a:cubicBezTo>
                  <a:pt x="9355280" y="3296531"/>
                  <a:pt x="9357947" y="3290508"/>
                  <a:pt x="9357947" y="3283396"/>
                </a:cubicBezTo>
                <a:cubicBezTo>
                  <a:pt x="9357947" y="3276283"/>
                  <a:pt x="9355280" y="3270260"/>
                  <a:pt x="9349945" y="3265327"/>
                </a:cubicBezTo>
                <a:cubicBezTo>
                  <a:pt x="9344610" y="3260394"/>
                  <a:pt x="9338272" y="3257928"/>
                  <a:pt x="9330930" y="3257928"/>
                </a:cubicBezTo>
                <a:close/>
                <a:moveTo>
                  <a:pt x="3395391" y="3255002"/>
                </a:moveTo>
                <a:cubicBezTo>
                  <a:pt x="3353747" y="3255002"/>
                  <a:pt x="3319216" y="3273071"/>
                  <a:pt x="3291797" y="3309208"/>
                </a:cubicBezTo>
                <a:cubicBezTo>
                  <a:pt x="3267362" y="3341330"/>
                  <a:pt x="3255144" y="3376894"/>
                  <a:pt x="3255144" y="3415899"/>
                </a:cubicBezTo>
                <a:cubicBezTo>
                  <a:pt x="3255144" y="3449054"/>
                  <a:pt x="3267878" y="3476071"/>
                  <a:pt x="3293346" y="3496950"/>
                </a:cubicBezTo>
                <a:cubicBezTo>
                  <a:pt x="3317208" y="3516453"/>
                  <a:pt x="3346118" y="3526204"/>
                  <a:pt x="3380076" y="3526204"/>
                </a:cubicBezTo>
                <a:cubicBezTo>
                  <a:pt x="3421834" y="3526204"/>
                  <a:pt x="3455677" y="3507906"/>
                  <a:pt x="3481604" y="3471310"/>
                </a:cubicBezTo>
                <a:cubicBezTo>
                  <a:pt x="3504089" y="3439647"/>
                  <a:pt x="3515332" y="3404312"/>
                  <a:pt x="3515332" y="3365307"/>
                </a:cubicBezTo>
                <a:cubicBezTo>
                  <a:pt x="3515332" y="3328482"/>
                  <a:pt x="3505352" y="3300891"/>
                  <a:pt x="3485390" y="3282536"/>
                </a:cubicBezTo>
                <a:cubicBezTo>
                  <a:pt x="3465429" y="3264180"/>
                  <a:pt x="3435429" y="3255002"/>
                  <a:pt x="3395391" y="3255002"/>
                </a:cubicBezTo>
                <a:close/>
                <a:moveTo>
                  <a:pt x="1842913" y="3255002"/>
                </a:moveTo>
                <a:cubicBezTo>
                  <a:pt x="1835112" y="3254429"/>
                  <a:pt x="1828803" y="3256953"/>
                  <a:pt x="1823984" y="3262574"/>
                </a:cubicBezTo>
                <a:cubicBezTo>
                  <a:pt x="1819854" y="3267278"/>
                  <a:pt x="1817789" y="3272555"/>
                  <a:pt x="1817789" y="3278406"/>
                </a:cubicBezTo>
                <a:cubicBezTo>
                  <a:pt x="1817789" y="3290336"/>
                  <a:pt x="1824156" y="3297851"/>
                  <a:pt x="1836890" y="3300948"/>
                </a:cubicBezTo>
                <a:cubicBezTo>
                  <a:pt x="1851919" y="3304619"/>
                  <a:pt x="1872225" y="3306455"/>
                  <a:pt x="1897808" y="3306455"/>
                </a:cubicBezTo>
                <a:lnTo>
                  <a:pt x="1906756" y="3306455"/>
                </a:lnTo>
                <a:cubicBezTo>
                  <a:pt x="1907215" y="3317927"/>
                  <a:pt x="1908821" y="3338749"/>
                  <a:pt x="1911574" y="3368921"/>
                </a:cubicBezTo>
                <a:cubicBezTo>
                  <a:pt x="1913983" y="3395192"/>
                  <a:pt x="1915188" y="3416014"/>
                  <a:pt x="1915188" y="3431387"/>
                </a:cubicBezTo>
                <a:cubicBezTo>
                  <a:pt x="1915188" y="3436779"/>
                  <a:pt x="1915561" y="3444809"/>
                  <a:pt x="1916307" y="3455478"/>
                </a:cubicBezTo>
                <a:cubicBezTo>
                  <a:pt x="1917052" y="3466147"/>
                  <a:pt x="1917425" y="3474121"/>
                  <a:pt x="1917425" y="3479398"/>
                </a:cubicBezTo>
                <a:cubicBezTo>
                  <a:pt x="1917425" y="3481119"/>
                  <a:pt x="1917138" y="3483614"/>
                  <a:pt x="1916565" y="3486883"/>
                </a:cubicBezTo>
                <a:cubicBezTo>
                  <a:pt x="1915991" y="3490153"/>
                  <a:pt x="1915704" y="3492591"/>
                  <a:pt x="1915704" y="3494197"/>
                </a:cubicBezTo>
                <a:cubicBezTo>
                  <a:pt x="1915704" y="3500965"/>
                  <a:pt x="1918400" y="3506587"/>
                  <a:pt x="1923792" y="3511061"/>
                </a:cubicBezTo>
                <a:cubicBezTo>
                  <a:pt x="1928611" y="3515076"/>
                  <a:pt x="1934175" y="3517084"/>
                  <a:pt x="1940484" y="3517084"/>
                </a:cubicBezTo>
                <a:cubicBezTo>
                  <a:pt x="1949203" y="3517084"/>
                  <a:pt x="1955914" y="3512667"/>
                  <a:pt x="1960618" y="3503833"/>
                </a:cubicBezTo>
                <a:cubicBezTo>
                  <a:pt x="1964289" y="3496950"/>
                  <a:pt x="1966125" y="3489206"/>
                  <a:pt x="1966125" y="3480602"/>
                </a:cubicBezTo>
                <a:cubicBezTo>
                  <a:pt x="1966125" y="3476702"/>
                  <a:pt x="1965723" y="3470908"/>
                  <a:pt x="1964920" y="3463222"/>
                </a:cubicBezTo>
                <a:cubicBezTo>
                  <a:pt x="1964117" y="3455536"/>
                  <a:pt x="1963715" y="3449742"/>
                  <a:pt x="1963715" y="3445842"/>
                </a:cubicBezTo>
                <a:cubicBezTo>
                  <a:pt x="1963715" y="3428634"/>
                  <a:pt x="1962511" y="3405230"/>
                  <a:pt x="1960102" y="3375632"/>
                </a:cubicBezTo>
                <a:cubicBezTo>
                  <a:pt x="1957463" y="3342133"/>
                  <a:pt x="1955914" y="3318845"/>
                  <a:pt x="1955455" y="3305766"/>
                </a:cubicBezTo>
                <a:cubicBezTo>
                  <a:pt x="1965092" y="3305652"/>
                  <a:pt x="1979031" y="3306225"/>
                  <a:pt x="1997271" y="3307488"/>
                </a:cubicBezTo>
                <a:cubicBezTo>
                  <a:pt x="2016200" y="3308749"/>
                  <a:pt x="2030139" y="3309380"/>
                  <a:pt x="2039087" y="3309380"/>
                </a:cubicBezTo>
                <a:cubicBezTo>
                  <a:pt x="2045971" y="3309380"/>
                  <a:pt x="2051735" y="3307115"/>
                  <a:pt x="2056382" y="3302583"/>
                </a:cubicBezTo>
                <a:cubicBezTo>
                  <a:pt x="2061028" y="3298051"/>
                  <a:pt x="2063351" y="3292517"/>
                  <a:pt x="2063351" y="3285977"/>
                </a:cubicBezTo>
                <a:cubicBezTo>
                  <a:pt x="2063351" y="3279438"/>
                  <a:pt x="2061028" y="3273931"/>
                  <a:pt x="2056382" y="3269457"/>
                </a:cubicBezTo>
                <a:cubicBezTo>
                  <a:pt x="2051735" y="3264983"/>
                  <a:pt x="2045971" y="3262746"/>
                  <a:pt x="2039087" y="3262746"/>
                </a:cubicBezTo>
                <a:cubicBezTo>
                  <a:pt x="2030369" y="3262746"/>
                  <a:pt x="2017290" y="3262144"/>
                  <a:pt x="1999853" y="3260939"/>
                </a:cubicBezTo>
                <a:cubicBezTo>
                  <a:pt x="1982415" y="3259734"/>
                  <a:pt x="1969337" y="3259132"/>
                  <a:pt x="1960618" y="3259132"/>
                </a:cubicBezTo>
                <a:cubicBezTo>
                  <a:pt x="1953620" y="3259132"/>
                  <a:pt x="1943151" y="3259247"/>
                  <a:pt x="1929213" y="3259477"/>
                </a:cubicBezTo>
                <a:cubicBezTo>
                  <a:pt x="1915274" y="3259706"/>
                  <a:pt x="1904806" y="3259820"/>
                  <a:pt x="1897808" y="3259820"/>
                </a:cubicBezTo>
                <a:cubicBezTo>
                  <a:pt x="1890810" y="3259820"/>
                  <a:pt x="1881632" y="3259190"/>
                  <a:pt x="1870275" y="3257928"/>
                </a:cubicBezTo>
                <a:cubicBezTo>
                  <a:pt x="1856049" y="3256207"/>
                  <a:pt x="1846929" y="3255232"/>
                  <a:pt x="1842913" y="3255002"/>
                </a:cubicBezTo>
                <a:close/>
                <a:moveTo>
                  <a:pt x="5233450" y="3245366"/>
                </a:moveTo>
                <a:cubicBezTo>
                  <a:pt x="5223585" y="3245366"/>
                  <a:pt x="5215210" y="3245624"/>
                  <a:pt x="5208326" y="3246140"/>
                </a:cubicBezTo>
                <a:cubicBezTo>
                  <a:pt x="5201444" y="3246656"/>
                  <a:pt x="5196051" y="3247431"/>
                  <a:pt x="5192150" y="3248463"/>
                </a:cubicBezTo>
                <a:cubicBezTo>
                  <a:pt x="5175517" y="3247201"/>
                  <a:pt x="5167141" y="3261484"/>
                  <a:pt x="5167026" y="3291312"/>
                </a:cubicBezTo>
                <a:cubicBezTo>
                  <a:pt x="5166912" y="3308749"/>
                  <a:pt x="5165764" y="3335193"/>
                  <a:pt x="5163585" y="3370642"/>
                </a:cubicBezTo>
                <a:cubicBezTo>
                  <a:pt x="5161290" y="3405517"/>
                  <a:pt x="5160143" y="3431846"/>
                  <a:pt x="5160143" y="3449627"/>
                </a:cubicBezTo>
                <a:lnTo>
                  <a:pt x="5160143" y="3497638"/>
                </a:lnTo>
                <a:cubicBezTo>
                  <a:pt x="5160143" y="3503719"/>
                  <a:pt x="5162294" y="3508939"/>
                  <a:pt x="5166597" y="3513298"/>
                </a:cubicBezTo>
                <a:cubicBezTo>
                  <a:pt x="5170899" y="3517657"/>
                  <a:pt x="5176320" y="3519837"/>
                  <a:pt x="5182858" y="3519837"/>
                </a:cubicBezTo>
                <a:cubicBezTo>
                  <a:pt x="5189397" y="3519837"/>
                  <a:pt x="5194789" y="3517657"/>
                  <a:pt x="5199035" y="3513298"/>
                </a:cubicBezTo>
                <a:cubicBezTo>
                  <a:pt x="5203279" y="3508939"/>
                  <a:pt x="5205401" y="3503719"/>
                  <a:pt x="5205401" y="3497638"/>
                </a:cubicBezTo>
                <a:cubicBezTo>
                  <a:pt x="5205401" y="3460928"/>
                  <a:pt x="5205745" y="3434542"/>
                  <a:pt x="5206433" y="3418481"/>
                </a:cubicBezTo>
                <a:cubicBezTo>
                  <a:pt x="5214119" y="3419284"/>
                  <a:pt x="5218938" y="3419685"/>
                  <a:pt x="5220889" y="3419685"/>
                </a:cubicBezTo>
                <a:cubicBezTo>
                  <a:pt x="5249454" y="3419685"/>
                  <a:pt x="5274062" y="3412057"/>
                  <a:pt x="5294712" y="3396799"/>
                </a:cubicBezTo>
                <a:cubicBezTo>
                  <a:pt x="5318000" y="3379475"/>
                  <a:pt x="5329645" y="3356130"/>
                  <a:pt x="5329645" y="3326761"/>
                </a:cubicBezTo>
                <a:cubicBezTo>
                  <a:pt x="5329645" y="3303358"/>
                  <a:pt x="5318690" y="3283511"/>
                  <a:pt x="5296777" y="3267220"/>
                </a:cubicBezTo>
                <a:cubicBezTo>
                  <a:pt x="5277045" y="3252650"/>
                  <a:pt x="5255936" y="3245366"/>
                  <a:pt x="5233450" y="3245366"/>
                </a:cubicBezTo>
                <a:close/>
                <a:moveTo>
                  <a:pt x="6901832" y="2276534"/>
                </a:moveTo>
                <a:cubicBezTo>
                  <a:pt x="6949754" y="2276534"/>
                  <a:pt x="6989975" y="2295789"/>
                  <a:pt x="7022494" y="2334298"/>
                </a:cubicBezTo>
                <a:cubicBezTo>
                  <a:pt x="7055013" y="2372807"/>
                  <a:pt x="7071272" y="2431427"/>
                  <a:pt x="7071272" y="2510157"/>
                </a:cubicBezTo>
                <a:cubicBezTo>
                  <a:pt x="7071272" y="2594592"/>
                  <a:pt x="7055156" y="2655922"/>
                  <a:pt x="7022922" y="2694146"/>
                </a:cubicBezTo>
                <a:cubicBezTo>
                  <a:pt x="6990688" y="2732370"/>
                  <a:pt x="6949469" y="2751482"/>
                  <a:pt x="6899264" y="2751482"/>
                </a:cubicBezTo>
                <a:cubicBezTo>
                  <a:pt x="6849630" y="2751482"/>
                  <a:pt x="6808411" y="2732085"/>
                  <a:pt x="6775607" y="2693290"/>
                </a:cubicBezTo>
                <a:cubicBezTo>
                  <a:pt x="6742803" y="2654496"/>
                  <a:pt x="6726400" y="2594592"/>
                  <a:pt x="6726400" y="2513580"/>
                </a:cubicBezTo>
                <a:cubicBezTo>
                  <a:pt x="6726400" y="2433709"/>
                  <a:pt x="6742945" y="2374234"/>
                  <a:pt x="6776035" y="2335154"/>
                </a:cubicBezTo>
                <a:cubicBezTo>
                  <a:pt x="6809124" y="2296074"/>
                  <a:pt x="6851057" y="2276534"/>
                  <a:pt x="6901832" y="2276534"/>
                </a:cubicBezTo>
                <a:close/>
                <a:moveTo>
                  <a:pt x="9828574" y="2243160"/>
                </a:moveTo>
                <a:cubicBezTo>
                  <a:pt x="9876496" y="2243160"/>
                  <a:pt x="9915148" y="2257707"/>
                  <a:pt x="9944530" y="2286803"/>
                </a:cubicBezTo>
                <a:cubicBezTo>
                  <a:pt x="9973910" y="2315899"/>
                  <a:pt x="9992024" y="2364107"/>
                  <a:pt x="9998870" y="2431427"/>
                </a:cubicBezTo>
                <a:lnTo>
                  <a:pt x="9655710" y="2431427"/>
                </a:lnTo>
                <a:cubicBezTo>
                  <a:pt x="9661415" y="2377229"/>
                  <a:pt x="9674822" y="2336438"/>
                  <a:pt x="9695930" y="2309053"/>
                </a:cubicBezTo>
                <a:cubicBezTo>
                  <a:pt x="9729020" y="2265124"/>
                  <a:pt x="9773234" y="2243160"/>
                  <a:pt x="9828574" y="2243160"/>
                </a:cubicBezTo>
                <a:close/>
                <a:moveTo>
                  <a:pt x="3980224" y="2243160"/>
                </a:moveTo>
                <a:cubicBezTo>
                  <a:pt x="4028147" y="2243160"/>
                  <a:pt x="4066799" y="2257707"/>
                  <a:pt x="4096180" y="2286803"/>
                </a:cubicBezTo>
                <a:cubicBezTo>
                  <a:pt x="4125561" y="2315899"/>
                  <a:pt x="4143675" y="2364107"/>
                  <a:pt x="4150521" y="2431427"/>
                </a:cubicBezTo>
                <a:lnTo>
                  <a:pt x="3807361" y="2431427"/>
                </a:lnTo>
                <a:cubicBezTo>
                  <a:pt x="3813066" y="2377229"/>
                  <a:pt x="3826473" y="2336438"/>
                  <a:pt x="3847581" y="2309053"/>
                </a:cubicBezTo>
                <a:cubicBezTo>
                  <a:pt x="3880671" y="2265124"/>
                  <a:pt x="3924885" y="2243160"/>
                  <a:pt x="3980224" y="2243160"/>
                </a:cubicBezTo>
                <a:close/>
                <a:moveTo>
                  <a:pt x="9814026" y="2036921"/>
                </a:moveTo>
                <a:cubicBezTo>
                  <a:pt x="9653714" y="2036921"/>
                  <a:pt x="9528059" y="2080850"/>
                  <a:pt x="9437062" y="2168708"/>
                </a:cubicBezTo>
                <a:cubicBezTo>
                  <a:pt x="9346067" y="2256566"/>
                  <a:pt x="9300568" y="2371524"/>
                  <a:pt x="9300568" y="2513580"/>
                </a:cubicBezTo>
                <a:cubicBezTo>
                  <a:pt x="9300568" y="2613419"/>
                  <a:pt x="9323246" y="2700279"/>
                  <a:pt x="9368602" y="2774160"/>
                </a:cubicBezTo>
                <a:cubicBezTo>
                  <a:pt x="9413957" y="2848040"/>
                  <a:pt x="9471150" y="2901954"/>
                  <a:pt x="9540182" y="2935899"/>
                </a:cubicBezTo>
                <a:cubicBezTo>
                  <a:pt x="9609214" y="2969844"/>
                  <a:pt x="9703918" y="2986816"/>
                  <a:pt x="9824295" y="2986816"/>
                </a:cubicBezTo>
                <a:cubicBezTo>
                  <a:pt x="9962928" y="2986816"/>
                  <a:pt x="10069328" y="2966991"/>
                  <a:pt x="10143494" y="2927341"/>
                </a:cubicBezTo>
                <a:cubicBezTo>
                  <a:pt x="10217660" y="2887691"/>
                  <a:pt x="10280987" y="2822225"/>
                  <a:pt x="10333473" y="2730944"/>
                </a:cubicBezTo>
                <a:lnTo>
                  <a:pt x="9990313" y="2699281"/>
                </a:lnTo>
                <a:cubicBezTo>
                  <a:pt x="9968634" y="2726665"/>
                  <a:pt x="9948380" y="2745777"/>
                  <a:pt x="9929554" y="2756617"/>
                </a:cubicBezTo>
                <a:cubicBezTo>
                  <a:pt x="9898746" y="2773732"/>
                  <a:pt x="9866227" y="2782289"/>
                  <a:pt x="9831996" y="2782289"/>
                </a:cubicBezTo>
                <a:cubicBezTo>
                  <a:pt x="9777799" y="2782289"/>
                  <a:pt x="9733870" y="2762607"/>
                  <a:pt x="9700210" y="2723242"/>
                </a:cubicBezTo>
                <a:cubicBezTo>
                  <a:pt x="9676248" y="2695858"/>
                  <a:pt x="9661130" y="2654210"/>
                  <a:pt x="9654854" y="2598301"/>
                </a:cubicBezTo>
                <a:lnTo>
                  <a:pt x="10353156" y="2598301"/>
                </a:lnTo>
                <a:lnTo>
                  <a:pt x="10353156" y="2558936"/>
                </a:lnTo>
                <a:cubicBezTo>
                  <a:pt x="10353156" y="2439129"/>
                  <a:pt x="10333473" y="2341857"/>
                  <a:pt x="10294108" y="2267121"/>
                </a:cubicBezTo>
                <a:cubicBezTo>
                  <a:pt x="10254743" y="2192384"/>
                  <a:pt x="10197407" y="2135334"/>
                  <a:pt x="10122100" y="2095969"/>
                </a:cubicBezTo>
                <a:cubicBezTo>
                  <a:pt x="10046793" y="2056603"/>
                  <a:pt x="9944102" y="2036921"/>
                  <a:pt x="9814026" y="2036921"/>
                </a:cubicBezTo>
                <a:close/>
                <a:moveTo>
                  <a:pt x="8233889" y="2036921"/>
                </a:moveTo>
                <a:cubicBezTo>
                  <a:pt x="8166471" y="2036921"/>
                  <a:pt x="8108910" y="2048616"/>
                  <a:pt x="8061205" y="2072007"/>
                </a:cubicBezTo>
                <a:cubicBezTo>
                  <a:pt x="8013501" y="2095398"/>
                  <a:pt x="7966222" y="2134763"/>
                  <a:pt x="7919369" y="2190102"/>
                </a:cubicBezTo>
                <a:lnTo>
                  <a:pt x="7919369" y="2057459"/>
                </a:lnTo>
                <a:lnTo>
                  <a:pt x="7594180" y="2057459"/>
                </a:lnTo>
                <a:lnTo>
                  <a:pt x="7594180" y="2966278"/>
                </a:lnTo>
                <a:lnTo>
                  <a:pt x="7943331" y="2966278"/>
                </a:lnTo>
                <a:lnTo>
                  <a:pt x="7943331" y="2502455"/>
                </a:lnTo>
                <a:cubicBezTo>
                  <a:pt x="7943331" y="2433424"/>
                  <a:pt x="7956212" y="2383790"/>
                  <a:pt x="7981974" y="2353553"/>
                </a:cubicBezTo>
                <a:cubicBezTo>
                  <a:pt x="8007736" y="2323316"/>
                  <a:pt x="8040656" y="2308198"/>
                  <a:pt x="8080734" y="2308198"/>
                </a:cubicBezTo>
                <a:cubicBezTo>
                  <a:pt x="8105346" y="2308198"/>
                  <a:pt x="8126811" y="2315186"/>
                  <a:pt x="8145130" y="2329164"/>
                </a:cubicBezTo>
                <a:cubicBezTo>
                  <a:pt x="8163449" y="2343141"/>
                  <a:pt x="8176330" y="2361540"/>
                  <a:pt x="8183773" y="2384360"/>
                </a:cubicBezTo>
                <a:cubicBezTo>
                  <a:pt x="8188355" y="2398623"/>
                  <a:pt x="8190646" y="2425722"/>
                  <a:pt x="8190646" y="2465658"/>
                </a:cubicBezTo>
                <a:lnTo>
                  <a:pt x="8190646" y="2966278"/>
                </a:lnTo>
                <a:lnTo>
                  <a:pt x="8539796" y="2966278"/>
                </a:lnTo>
                <a:lnTo>
                  <a:pt x="8539796" y="2497321"/>
                </a:lnTo>
                <a:cubicBezTo>
                  <a:pt x="8539796" y="2431712"/>
                  <a:pt x="8552305" y="2384075"/>
                  <a:pt x="8577322" y="2354409"/>
                </a:cubicBezTo>
                <a:cubicBezTo>
                  <a:pt x="8602340" y="2324742"/>
                  <a:pt x="8635316" y="2309909"/>
                  <a:pt x="8676250" y="2309909"/>
                </a:cubicBezTo>
                <a:cubicBezTo>
                  <a:pt x="8710926" y="2309909"/>
                  <a:pt x="8739920" y="2325598"/>
                  <a:pt x="8763230" y="2356976"/>
                </a:cubicBezTo>
                <a:cubicBezTo>
                  <a:pt x="8779152" y="2376944"/>
                  <a:pt x="8787112" y="2407466"/>
                  <a:pt x="8787112" y="2448543"/>
                </a:cubicBezTo>
                <a:lnTo>
                  <a:pt x="8787112" y="2966278"/>
                </a:lnTo>
                <a:lnTo>
                  <a:pt x="9136262" y="2966278"/>
                </a:lnTo>
                <a:lnTo>
                  <a:pt x="9136262" y="2395485"/>
                </a:lnTo>
                <a:cubicBezTo>
                  <a:pt x="9136262" y="2272256"/>
                  <a:pt x="9108916" y="2181688"/>
                  <a:pt x="9054222" y="2123781"/>
                </a:cubicBezTo>
                <a:cubicBezTo>
                  <a:pt x="8999530" y="2065874"/>
                  <a:pt x="8923472" y="2036921"/>
                  <a:pt x="8826048" y="2036921"/>
                </a:cubicBezTo>
                <a:cubicBezTo>
                  <a:pt x="8759959" y="2036921"/>
                  <a:pt x="8704410" y="2047618"/>
                  <a:pt x="8659402" y="2069012"/>
                </a:cubicBezTo>
                <a:cubicBezTo>
                  <a:pt x="8614395" y="2090406"/>
                  <a:pt x="8564542" y="2130770"/>
                  <a:pt x="8509845" y="2190102"/>
                </a:cubicBezTo>
                <a:cubicBezTo>
                  <a:pt x="8482996" y="2139327"/>
                  <a:pt x="8448430" y="2101103"/>
                  <a:pt x="8406150" y="2075430"/>
                </a:cubicBezTo>
                <a:cubicBezTo>
                  <a:pt x="8363871" y="2049757"/>
                  <a:pt x="8306450" y="2036921"/>
                  <a:pt x="8233889" y="2036921"/>
                </a:cubicBezTo>
                <a:close/>
                <a:moveTo>
                  <a:pt x="6896697" y="2036921"/>
                </a:moveTo>
                <a:cubicBezTo>
                  <a:pt x="6737525" y="2036921"/>
                  <a:pt x="6611158" y="2081848"/>
                  <a:pt x="6517595" y="2171703"/>
                </a:cubicBezTo>
                <a:cubicBezTo>
                  <a:pt x="6424032" y="2261558"/>
                  <a:pt x="6377250" y="2375803"/>
                  <a:pt x="6377250" y="2514436"/>
                </a:cubicBezTo>
                <a:cubicBezTo>
                  <a:pt x="6377250" y="2663339"/>
                  <a:pt x="6432589" y="2783716"/>
                  <a:pt x="6543267" y="2875567"/>
                </a:cubicBezTo>
                <a:cubicBezTo>
                  <a:pt x="6633408" y="2949733"/>
                  <a:pt x="6751503" y="2986816"/>
                  <a:pt x="6897553" y="2986816"/>
                </a:cubicBezTo>
                <a:cubicBezTo>
                  <a:pt x="7061289" y="2986816"/>
                  <a:pt x="7189511" y="2942174"/>
                  <a:pt x="7282218" y="2852890"/>
                </a:cubicBezTo>
                <a:cubicBezTo>
                  <a:pt x="7374925" y="2763605"/>
                  <a:pt x="7421279" y="2649076"/>
                  <a:pt x="7421279" y="2509301"/>
                </a:cubicBezTo>
                <a:cubicBezTo>
                  <a:pt x="7421279" y="2384931"/>
                  <a:pt x="7383911" y="2280243"/>
                  <a:pt x="7309174" y="2195237"/>
                </a:cubicBezTo>
                <a:cubicBezTo>
                  <a:pt x="7216182" y="2089693"/>
                  <a:pt x="7078689" y="2036921"/>
                  <a:pt x="6896697" y="2036921"/>
                </a:cubicBezTo>
                <a:close/>
                <a:moveTo>
                  <a:pt x="5736247" y="2036921"/>
                </a:moveTo>
                <a:cubicBezTo>
                  <a:pt x="5630134" y="2036921"/>
                  <a:pt x="5543130" y="2050885"/>
                  <a:pt x="5475240" y="2078813"/>
                </a:cubicBezTo>
                <a:cubicBezTo>
                  <a:pt x="5432452" y="2096481"/>
                  <a:pt x="5390805" y="2123413"/>
                  <a:pt x="5350299" y="2159609"/>
                </a:cubicBezTo>
                <a:cubicBezTo>
                  <a:pt x="5309793" y="2195805"/>
                  <a:pt x="5277844" y="2236701"/>
                  <a:pt x="5254453" y="2282297"/>
                </a:cubicBezTo>
                <a:cubicBezTo>
                  <a:pt x="5222505" y="2344429"/>
                  <a:pt x="5206531" y="2422237"/>
                  <a:pt x="5206531" y="2515720"/>
                </a:cubicBezTo>
                <a:cubicBezTo>
                  <a:pt x="5206531" y="2605209"/>
                  <a:pt x="5219652" y="2677029"/>
                  <a:pt x="5245896" y="2731178"/>
                </a:cubicBezTo>
                <a:cubicBezTo>
                  <a:pt x="5272139" y="2785327"/>
                  <a:pt x="5308366" y="2832494"/>
                  <a:pt x="5354578" y="2872679"/>
                </a:cubicBezTo>
                <a:cubicBezTo>
                  <a:pt x="5400789" y="2912864"/>
                  <a:pt x="5455985" y="2941933"/>
                  <a:pt x="5520168" y="2959887"/>
                </a:cubicBezTo>
                <a:cubicBezTo>
                  <a:pt x="5584349" y="2977840"/>
                  <a:pt x="5664649" y="2986816"/>
                  <a:pt x="5761064" y="2986816"/>
                </a:cubicBezTo>
                <a:cubicBezTo>
                  <a:pt x="5860903" y="2986816"/>
                  <a:pt x="5943199" y="2972839"/>
                  <a:pt x="6007952" y="2944884"/>
                </a:cubicBezTo>
                <a:cubicBezTo>
                  <a:pt x="6072704" y="2916929"/>
                  <a:pt x="6125904" y="2877707"/>
                  <a:pt x="6167551" y="2827217"/>
                </a:cubicBezTo>
                <a:cubicBezTo>
                  <a:pt x="6209198" y="2776727"/>
                  <a:pt x="6239150" y="2716966"/>
                  <a:pt x="6257406" y="2647935"/>
                </a:cubicBezTo>
                <a:lnTo>
                  <a:pt x="5926226" y="2610281"/>
                </a:lnTo>
                <a:cubicBezTo>
                  <a:pt x="5910823" y="2658774"/>
                  <a:pt x="5887574" y="2694716"/>
                  <a:pt x="5856482" y="2718107"/>
                </a:cubicBezTo>
                <a:cubicBezTo>
                  <a:pt x="5825389" y="2741498"/>
                  <a:pt x="5787022" y="2753194"/>
                  <a:pt x="5741382" y="2753194"/>
                </a:cubicBezTo>
                <a:cubicBezTo>
                  <a:pt x="5686613" y="2753194"/>
                  <a:pt x="5641543" y="2733832"/>
                  <a:pt x="5606172" y="2695109"/>
                </a:cubicBezTo>
                <a:cubicBezTo>
                  <a:pt x="5570800" y="2656386"/>
                  <a:pt x="5553114" y="2599723"/>
                  <a:pt x="5553114" y="2525120"/>
                </a:cubicBezTo>
                <a:cubicBezTo>
                  <a:pt x="5553114" y="2441398"/>
                  <a:pt x="5570942" y="2378894"/>
                  <a:pt x="5606599" y="2337608"/>
                </a:cubicBezTo>
                <a:cubicBezTo>
                  <a:pt x="5642257" y="2296321"/>
                  <a:pt x="5688895" y="2275678"/>
                  <a:pt x="5746516" y="2275678"/>
                </a:cubicBezTo>
                <a:cubicBezTo>
                  <a:pt x="5792157" y="2275678"/>
                  <a:pt x="5828527" y="2285520"/>
                  <a:pt x="5855626" y="2305202"/>
                </a:cubicBezTo>
                <a:cubicBezTo>
                  <a:pt x="5882725" y="2324885"/>
                  <a:pt x="5901409" y="2354123"/>
                  <a:pt x="5911679" y="2392918"/>
                </a:cubicBezTo>
                <a:lnTo>
                  <a:pt x="6239435" y="2349274"/>
                </a:lnTo>
                <a:cubicBezTo>
                  <a:pt x="6208057" y="2247153"/>
                  <a:pt x="6153431" y="2169564"/>
                  <a:pt x="6075557" y="2116507"/>
                </a:cubicBezTo>
                <a:cubicBezTo>
                  <a:pt x="5997683" y="2063450"/>
                  <a:pt x="5884579" y="2036921"/>
                  <a:pt x="5736247" y="2036921"/>
                </a:cubicBezTo>
                <a:close/>
                <a:moveTo>
                  <a:pt x="3965676" y="2036921"/>
                </a:moveTo>
                <a:cubicBezTo>
                  <a:pt x="3805364" y="2036921"/>
                  <a:pt x="3679709" y="2080850"/>
                  <a:pt x="3588713" y="2168708"/>
                </a:cubicBezTo>
                <a:cubicBezTo>
                  <a:pt x="3497717" y="2256566"/>
                  <a:pt x="3452219" y="2371524"/>
                  <a:pt x="3452219" y="2513580"/>
                </a:cubicBezTo>
                <a:cubicBezTo>
                  <a:pt x="3452219" y="2613419"/>
                  <a:pt x="3474897" y="2700279"/>
                  <a:pt x="3520252" y="2774160"/>
                </a:cubicBezTo>
                <a:cubicBezTo>
                  <a:pt x="3565608" y="2848040"/>
                  <a:pt x="3622801" y="2901954"/>
                  <a:pt x="3691833" y="2935899"/>
                </a:cubicBezTo>
                <a:cubicBezTo>
                  <a:pt x="3760864" y="2969844"/>
                  <a:pt x="3855568" y="2986816"/>
                  <a:pt x="3975946" y="2986816"/>
                </a:cubicBezTo>
                <a:cubicBezTo>
                  <a:pt x="4114579" y="2986816"/>
                  <a:pt x="4220978" y="2966991"/>
                  <a:pt x="4295144" y="2927341"/>
                </a:cubicBezTo>
                <a:cubicBezTo>
                  <a:pt x="4369310" y="2887691"/>
                  <a:pt x="4432637" y="2822225"/>
                  <a:pt x="4485123" y="2730944"/>
                </a:cubicBezTo>
                <a:lnTo>
                  <a:pt x="4141963" y="2699281"/>
                </a:lnTo>
                <a:cubicBezTo>
                  <a:pt x="4120284" y="2726665"/>
                  <a:pt x="4100031" y="2745777"/>
                  <a:pt x="4081204" y="2756617"/>
                </a:cubicBezTo>
                <a:cubicBezTo>
                  <a:pt x="4050397" y="2773732"/>
                  <a:pt x="4017878" y="2782289"/>
                  <a:pt x="3983647" y="2782289"/>
                </a:cubicBezTo>
                <a:cubicBezTo>
                  <a:pt x="3929449" y="2782289"/>
                  <a:pt x="3885520" y="2762607"/>
                  <a:pt x="3851860" y="2723242"/>
                </a:cubicBezTo>
                <a:cubicBezTo>
                  <a:pt x="3827899" y="2695858"/>
                  <a:pt x="3812780" y="2654210"/>
                  <a:pt x="3806505" y="2598301"/>
                </a:cubicBezTo>
                <a:lnTo>
                  <a:pt x="4504806" y="2598301"/>
                </a:lnTo>
                <a:lnTo>
                  <a:pt x="4504806" y="2558936"/>
                </a:lnTo>
                <a:cubicBezTo>
                  <a:pt x="4504806" y="2439129"/>
                  <a:pt x="4485123" y="2341857"/>
                  <a:pt x="4445758" y="2267121"/>
                </a:cubicBezTo>
                <a:cubicBezTo>
                  <a:pt x="4406394" y="2192384"/>
                  <a:pt x="4349058" y="2135334"/>
                  <a:pt x="4273750" y="2095969"/>
                </a:cubicBezTo>
                <a:cubicBezTo>
                  <a:pt x="4198443" y="2056603"/>
                  <a:pt x="4095752" y="2036921"/>
                  <a:pt x="3965676" y="2036921"/>
                </a:cubicBezTo>
                <a:close/>
                <a:moveTo>
                  <a:pt x="4679419" y="1711731"/>
                </a:moveTo>
                <a:lnTo>
                  <a:pt x="4679419" y="2966278"/>
                </a:lnTo>
                <a:lnTo>
                  <a:pt x="5028569" y="2966278"/>
                </a:lnTo>
                <a:lnTo>
                  <a:pt x="5028569" y="1711731"/>
                </a:lnTo>
                <a:close/>
                <a:moveTo>
                  <a:pt x="1684774" y="1711731"/>
                </a:moveTo>
                <a:lnTo>
                  <a:pt x="1963886" y="2966278"/>
                </a:lnTo>
                <a:lnTo>
                  <a:pt x="2344031" y="2966278"/>
                </a:lnTo>
                <a:lnTo>
                  <a:pt x="2563213" y="2176410"/>
                </a:lnTo>
                <a:lnTo>
                  <a:pt x="2783251" y="2966278"/>
                </a:lnTo>
                <a:lnTo>
                  <a:pt x="3163396" y="2966278"/>
                </a:lnTo>
                <a:lnTo>
                  <a:pt x="3439941" y="1711731"/>
                </a:lnTo>
                <a:lnTo>
                  <a:pt x="3073648" y="1711731"/>
                </a:lnTo>
                <a:lnTo>
                  <a:pt x="2940938" y="2413122"/>
                </a:lnTo>
                <a:lnTo>
                  <a:pt x="2746440" y="1711731"/>
                </a:lnTo>
                <a:lnTo>
                  <a:pt x="2379559" y="1711731"/>
                </a:lnTo>
                <a:lnTo>
                  <a:pt x="2185541" y="2414058"/>
                </a:lnTo>
                <a:lnTo>
                  <a:pt x="2052978" y="171173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D633E8-307C-497A-B7F1-28C362422511}"/>
              </a:ext>
            </a:extLst>
          </p:cNvPr>
          <p:cNvSpPr txBox="1"/>
          <p:nvPr/>
        </p:nvSpPr>
        <p:spPr>
          <a:xfrm>
            <a:off x="4753741" y="6253403"/>
            <a:ext cx="3079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adley Hand ITC" panose="03070402050302030203" pitchFamily="66" charset="0"/>
              </a:rPr>
              <a:t>Fares Ashraf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3E8504-131C-84B5-AB95-8B00386E140A}"/>
              </a:ext>
            </a:extLst>
          </p:cNvPr>
          <p:cNvSpPr txBox="1"/>
          <p:nvPr/>
        </p:nvSpPr>
        <p:spPr>
          <a:xfrm>
            <a:off x="247163" y="5791018"/>
            <a:ext cx="3079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Jana elmorsy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16716-D006-5ED9-B122-3F00499BD87F}"/>
              </a:ext>
            </a:extLst>
          </p:cNvPr>
          <p:cNvSpPr txBox="1"/>
          <p:nvPr/>
        </p:nvSpPr>
        <p:spPr>
          <a:xfrm>
            <a:off x="2077157" y="5810119"/>
            <a:ext cx="380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Mohamed Ahmed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64D45-4FD8-D975-1315-6AEC6AC2E62A}"/>
              </a:ext>
            </a:extLst>
          </p:cNvPr>
          <p:cNvSpPr txBox="1"/>
          <p:nvPr/>
        </p:nvSpPr>
        <p:spPr>
          <a:xfrm>
            <a:off x="4456481" y="5791018"/>
            <a:ext cx="3079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Joice Hany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B4D82-1AEB-845C-EC0F-BB654B687834}"/>
              </a:ext>
            </a:extLst>
          </p:cNvPr>
          <p:cNvSpPr txBox="1"/>
          <p:nvPr/>
        </p:nvSpPr>
        <p:spPr>
          <a:xfrm>
            <a:off x="6096000" y="5791018"/>
            <a:ext cx="1969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Ali saber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CBC118-7638-E095-15D5-6BD7790FD500}"/>
              </a:ext>
            </a:extLst>
          </p:cNvPr>
          <p:cNvSpPr txBox="1"/>
          <p:nvPr/>
        </p:nvSpPr>
        <p:spPr>
          <a:xfrm>
            <a:off x="9717656" y="5810119"/>
            <a:ext cx="3079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Mostafa Yasser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C779AE-49BC-4001-785A-8AF0CFD52319}"/>
              </a:ext>
            </a:extLst>
          </p:cNvPr>
          <p:cNvSpPr txBox="1"/>
          <p:nvPr/>
        </p:nvSpPr>
        <p:spPr>
          <a:xfrm>
            <a:off x="7678223" y="5809329"/>
            <a:ext cx="3079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Essam Ashraf</a:t>
            </a:r>
          </a:p>
        </p:txBody>
      </p:sp>
    </p:spTree>
    <p:extLst>
      <p:ext uri="{BB962C8B-B14F-4D97-AF65-F5344CB8AC3E}">
        <p14:creationId xmlns:p14="http://schemas.microsoft.com/office/powerpoint/2010/main" val="3354433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7A5E597C-4263-429C-B228-C97427F308E9}"/>
              </a:ext>
            </a:extLst>
          </p:cNvPr>
          <p:cNvSpPr/>
          <p:nvPr/>
        </p:nvSpPr>
        <p:spPr>
          <a:xfrm>
            <a:off x="0" y="0"/>
            <a:ext cx="12192000" cy="6867144"/>
          </a:xfrm>
          <a:prstGeom prst="rect">
            <a:avLst/>
          </a:prstGeom>
          <a:solidFill>
            <a:srgbClr val="1209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C131D-ADC5-B4AD-86FA-DE3152496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809" y="1206548"/>
            <a:ext cx="3604381" cy="5406571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574516A-D162-D495-4DB6-980CB87D7D27}"/>
              </a:ext>
            </a:extLst>
          </p:cNvPr>
          <p:cNvSpPr/>
          <p:nvPr/>
        </p:nvSpPr>
        <p:spPr>
          <a:xfrm>
            <a:off x="5595255" y="2774091"/>
            <a:ext cx="1001486" cy="72571"/>
          </a:xfrm>
          <a:custGeom>
            <a:avLst/>
            <a:gdLst>
              <a:gd name="connsiteX0" fmla="*/ 0 w 1001486"/>
              <a:gd name="connsiteY0" fmla="*/ 0 h 72571"/>
              <a:gd name="connsiteX1" fmla="*/ 188686 w 1001486"/>
              <a:gd name="connsiteY1" fmla="*/ 14514 h 72571"/>
              <a:gd name="connsiteX2" fmla="*/ 304800 w 1001486"/>
              <a:gd name="connsiteY2" fmla="*/ 72571 h 72571"/>
              <a:gd name="connsiteX3" fmla="*/ 537029 w 1001486"/>
              <a:gd name="connsiteY3" fmla="*/ 14514 h 72571"/>
              <a:gd name="connsiteX4" fmla="*/ 682172 w 1001486"/>
              <a:gd name="connsiteY4" fmla="*/ 43542 h 72571"/>
              <a:gd name="connsiteX5" fmla="*/ 841829 w 1001486"/>
              <a:gd name="connsiteY5" fmla="*/ 14514 h 72571"/>
              <a:gd name="connsiteX6" fmla="*/ 1001486 w 1001486"/>
              <a:gd name="connsiteY6" fmla="*/ 0 h 72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486" h="72571">
                <a:moveTo>
                  <a:pt x="0" y="0"/>
                </a:moveTo>
                <a:lnTo>
                  <a:pt x="188686" y="14514"/>
                </a:lnTo>
                <a:lnTo>
                  <a:pt x="304800" y="72571"/>
                </a:lnTo>
                <a:lnTo>
                  <a:pt x="537029" y="14514"/>
                </a:lnTo>
                <a:lnTo>
                  <a:pt x="682172" y="43542"/>
                </a:lnTo>
                <a:lnTo>
                  <a:pt x="841829" y="14514"/>
                </a:lnTo>
                <a:lnTo>
                  <a:pt x="1001486" y="0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1905000">
              <a:srgbClr val="FFFF66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C4D6940-062F-A63F-CEDF-6964793E116F}"/>
              </a:ext>
            </a:extLst>
          </p:cNvPr>
          <p:cNvSpPr/>
          <p:nvPr/>
        </p:nvSpPr>
        <p:spPr>
          <a:xfrm>
            <a:off x="5544457" y="2846663"/>
            <a:ext cx="1001486" cy="72571"/>
          </a:xfrm>
          <a:custGeom>
            <a:avLst/>
            <a:gdLst>
              <a:gd name="connsiteX0" fmla="*/ 0 w 1001486"/>
              <a:gd name="connsiteY0" fmla="*/ 0 h 72571"/>
              <a:gd name="connsiteX1" fmla="*/ 188686 w 1001486"/>
              <a:gd name="connsiteY1" fmla="*/ 14514 h 72571"/>
              <a:gd name="connsiteX2" fmla="*/ 304800 w 1001486"/>
              <a:gd name="connsiteY2" fmla="*/ 72571 h 72571"/>
              <a:gd name="connsiteX3" fmla="*/ 537029 w 1001486"/>
              <a:gd name="connsiteY3" fmla="*/ 14514 h 72571"/>
              <a:gd name="connsiteX4" fmla="*/ 682172 w 1001486"/>
              <a:gd name="connsiteY4" fmla="*/ 43542 h 72571"/>
              <a:gd name="connsiteX5" fmla="*/ 841829 w 1001486"/>
              <a:gd name="connsiteY5" fmla="*/ 14514 h 72571"/>
              <a:gd name="connsiteX6" fmla="*/ 1001486 w 1001486"/>
              <a:gd name="connsiteY6" fmla="*/ 0 h 72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1486" h="72571">
                <a:moveTo>
                  <a:pt x="0" y="0"/>
                </a:moveTo>
                <a:lnTo>
                  <a:pt x="188686" y="14514"/>
                </a:lnTo>
                <a:lnTo>
                  <a:pt x="304800" y="72571"/>
                </a:lnTo>
                <a:lnTo>
                  <a:pt x="537029" y="14514"/>
                </a:lnTo>
                <a:lnTo>
                  <a:pt x="682172" y="43542"/>
                </a:lnTo>
                <a:lnTo>
                  <a:pt x="841829" y="14514"/>
                </a:lnTo>
                <a:lnTo>
                  <a:pt x="1001486" y="0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8890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8919330-40A3-2727-098A-44E52008086B}"/>
              </a:ext>
            </a:extLst>
          </p:cNvPr>
          <p:cNvSpPr/>
          <p:nvPr/>
        </p:nvSpPr>
        <p:spPr>
          <a:xfrm>
            <a:off x="5219074" y="1969738"/>
            <a:ext cx="1753849" cy="1753849"/>
          </a:xfrm>
          <a:prstGeom prst="ellipse">
            <a:avLst/>
          </a:prstGeom>
          <a:noFill/>
          <a:ln w="28575">
            <a:solidFill>
              <a:schemeClr val="bg1">
                <a:alpha val="7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EA9184D-258F-1128-0E15-1B81E65669D0}"/>
              </a:ext>
            </a:extLst>
          </p:cNvPr>
          <p:cNvGrpSpPr/>
          <p:nvPr/>
        </p:nvGrpSpPr>
        <p:grpSpPr>
          <a:xfrm>
            <a:off x="8823455" y="1146587"/>
            <a:ext cx="989351" cy="989351"/>
            <a:chOff x="8823455" y="1146587"/>
            <a:chExt cx="989351" cy="98935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906DE28-8E22-686D-6124-3EF8574AA1E3}"/>
                </a:ext>
              </a:extLst>
            </p:cNvPr>
            <p:cNvSpPr/>
            <p:nvPr/>
          </p:nvSpPr>
          <p:spPr>
            <a:xfrm>
              <a:off x="8823455" y="1146587"/>
              <a:ext cx="989351" cy="989351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Brain in head with solid fill">
              <a:extLst>
                <a:ext uri="{FF2B5EF4-FFF2-40B4-BE49-F238E27FC236}">
                  <a16:creationId xmlns:a16="http://schemas.microsoft.com/office/drawing/2014/main" id="{1CB6A81F-8333-A8F6-3AE8-2C4D605C0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043964" y="1367096"/>
              <a:ext cx="548331" cy="548331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FB8089-6172-2629-5155-B4F4C26ACCB0}"/>
              </a:ext>
            </a:extLst>
          </p:cNvPr>
          <p:cNvSpPr/>
          <p:nvPr/>
        </p:nvSpPr>
        <p:spPr>
          <a:xfrm>
            <a:off x="6775554" y="1725018"/>
            <a:ext cx="2038662" cy="584616"/>
          </a:xfrm>
          <a:custGeom>
            <a:avLst/>
            <a:gdLst>
              <a:gd name="connsiteX0" fmla="*/ 0 w 2038662"/>
              <a:gd name="connsiteY0" fmla="*/ 584616 h 584616"/>
              <a:gd name="connsiteX1" fmla="*/ 749508 w 2038662"/>
              <a:gd name="connsiteY1" fmla="*/ 0 h 584616"/>
              <a:gd name="connsiteX2" fmla="*/ 2038662 w 2038662"/>
              <a:gd name="connsiteY2" fmla="*/ 0 h 584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8662" h="584616">
                <a:moveTo>
                  <a:pt x="0" y="584616"/>
                </a:moveTo>
                <a:lnTo>
                  <a:pt x="749508" y="0"/>
                </a:lnTo>
                <a:lnTo>
                  <a:pt x="2038662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364440-AA7F-280A-CED1-8687177B4F13}"/>
              </a:ext>
            </a:extLst>
          </p:cNvPr>
          <p:cNvGrpSpPr/>
          <p:nvPr/>
        </p:nvGrpSpPr>
        <p:grpSpPr>
          <a:xfrm>
            <a:off x="2379191" y="1146587"/>
            <a:ext cx="989351" cy="989351"/>
            <a:chOff x="2379191" y="1146587"/>
            <a:chExt cx="989351" cy="98935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00D0B74-D04D-9A60-1769-D478DAFA0FD0}"/>
                </a:ext>
              </a:extLst>
            </p:cNvPr>
            <p:cNvSpPr/>
            <p:nvPr/>
          </p:nvSpPr>
          <p:spPr>
            <a:xfrm>
              <a:off x="2379191" y="1146587"/>
              <a:ext cx="989351" cy="989351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 descr="Bar graph with upward trend with solid fill">
              <a:extLst>
                <a:ext uri="{FF2B5EF4-FFF2-40B4-BE49-F238E27FC236}">
                  <a16:creationId xmlns:a16="http://schemas.microsoft.com/office/drawing/2014/main" id="{194BBA4B-6A2C-8EB4-322A-E364C32B5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99700" y="1367096"/>
              <a:ext cx="548331" cy="548331"/>
            </a:xfrm>
            <a:prstGeom prst="rect">
              <a:avLst/>
            </a:prstGeom>
          </p:spPr>
        </p:pic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488C2F-9E3E-3409-53E7-3F247650453B}"/>
              </a:ext>
            </a:extLst>
          </p:cNvPr>
          <p:cNvSpPr/>
          <p:nvPr/>
        </p:nvSpPr>
        <p:spPr>
          <a:xfrm flipH="1">
            <a:off x="3413510" y="1677430"/>
            <a:ext cx="2038662" cy="584616"/>
          </a:xfrm>
          <a:custGeom>
            <a:avLst/>
            <a:gdLst>
              <a:gd name="connsiteX0" fmla="*/ 0 w 2038662"/>
              <a:gd name="connsiteY0" fmla="*/ 584616 h 584616"/>
              <a:gd name="connsiteX1" fmla="*/ 749508 w 2038662"/>
              <a:gd name="connsiteY1" fmla="*/ 0 h 584616"/>
              <a:gd name="connsiteX2" fmla="*/ 2038662 w 2038662"/>
              <a:gd name="connsiteY2" fmla="*/ 0 h 584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8662" h="584616">
                <a:moveTo>
                  <a:pt x="0" y="584616"/>
                </a:moveTo>
                <a:lnTo>
                  <a:pt x="749508" y="0"/>
                </a:lnTo>
                <a:lnTo>
                  <a:pt x="2038662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5C6ECCD-4E91-2B12-1E46-9A4CB8931B6B}"/>
              </a:ext>
            </a:extLst>
          </p:cNvPr>
          <p:cNvGrpSpPr/>
          <p:nvPr/>
        </p:nvGrpSpPr>
        <p:grpSpPr>
          <a:xfrm>
            <a:off x="2379191" y="2837856"/>
            <a:ext cx="989351" cy="989351"/>
            <a:chOff x="2379191" y="2837856"/>
            <a:chExt cx="989351" cy="98935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774B46D-C151-2A62-13F7-1E61D39D274F}"/>
                </a:ext>
              </a:extLst>
            </p:cNvPr>
            <p:cNvSpPr/>
            <p:nvPr/>
          </p:nvSpPr>
          <p:spPr>
            <a:xfrm>
              <a:off x="2379191" y="2837856"/>
              <a:ext cx="989351" cy="989351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 descr="Bank with solid fill">
              <a:extLst>
                <a:ext uri="{FF2B5EF4-FFF2-40B4-BE49-F238E27FC236}">
                  <a16:creationId xmlns:a16="http://schemas.microsoft.com/office/drawing/2014/main" id="{909C27A4-DCF7-8E31-382D-3F9822BB0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599700" y="3058365"/>
              <a:ext cx="548331" cy="548331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7A05D5A-4049-DC4A-7A9A-5185ED17D810}"/>
              </a:ext>
            </a:extLst>
          </p:cNvPr>
          <p:cNvGrpSpPr/>
          <p:nvPr/>
        </p:nvGrpSpPr>
        <p:grpSpPr>
          <a:xfrm>
            <a:off x="2379191" y="4529125"/>
            <a:ext cx="989351" cy="989351"/>
            <a:chOff x="2379191" y="4529125"/>
            <a:chExt cx="989351" cy="98935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A5B328A-4AE6-D6AB-8847-EB3D081BA847}"/>
                </a:ext>
              </a:extLst>
            </p:cNvPr>
            <p:cNvSpPr/>
            <p:nvPr/>
          </p:nvSpPr>
          <p:spPr>
            <a:xfrm>
              <a:off x="2379191" y="4529125"/>
              <a:ext cx="989351" cy="989351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Battery charging with solid fill">
              <a:extLst>
                <a:ext uri="{FF2B5EF4-FFF2-40B4-BE49-F238E27FC236}">
                  <a16:creationId xmlns:a16="http://schemas.microsoft.com/office/drawing/2014/main" id="{C284ED77-2552-A998-101F-48CC6989D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599700" y="4749634"/>
              <a:ext cx="548331" cy="548331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EE659F-2EE2-426E-0C84-2D4FEF8D180C}"/>
              </a:ext>
            </a:extLst>
          </p:cNvPr>
          <p:cNvGrpSpPr/>
          <p:nvPr/>
        </p:nvGrpSpPr>
        <p:grpSpPr>
          <a:xfrm>
            <a:off x="8823455" y="2837856"/>
            <a:ext cx="989351" cy="989351"/>
            <a:chOff x="8823455" y="2837856"/>
            <a:chExt cx="989351" cy="98935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AEE07B0-3CEA-5BF8-CE1E-EF74AADE5805}"/>
                </a:ext>
              </a:extLst>
            </p:cNvPr>
            <p:cNvSpPr/>
            <p:nvPr/>
          </p:nvSpPr>
          <p:spPr>
            <a:xfrm>
              <a:off x="8823455" y="2837856"/>
              <a:ext cx="989351" cy="989351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8" name="Graphic 17" descr="Bullseye with solid fill">
              <a:extLst>
                <a:ext uri="{FF2B5EF4-FFF2-40B4-BE49-F238E27FC236}">
                  <a16:creationId xmlns:a16="http://schemas.microsoft.com/office/drawing/2014/main" id="{3989888C-9C04-15FD-860F-272904D31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9043964" y="3058365"/>
              <a:ext cx="548331" cy="548331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D6EEEDA-A89E-EAD5-C4E0-02FC994521A6}"/>
              </a:ext>
            </a:extLst>
          </p:cNvPr>
          <p:cNvGrpSpPr/>
          <p:nvPr/>
        </p:nvGrpSpPr>
        <p:grpSpPr>
          <a:xfrm>
            <a:off x="8823455" y="4529125"/>
            <a:ext cx="989351" cy="989351"/>
            <a:chOff x="8823455" y="4529125"/>
            <a:chExt cx="989351" cy="98935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625CC7F-F069-0145-4019-86EE884B5622}"/>
                </a:ext>
              </a:extLst>
            </p:cNvPr>
            <p:cNvSpPr/>
            <p:nvPr/>
          </p:nvSpPr>
          <p:spPr>
            <a:xfrm>
              <a:off x="8823455" y="4529125"/>
              <a:ext cx="989351" cy="989351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Graphic 19" descr="Briefcase with solid fill">
              <a:extLst>
                <a:ext uri="{FF2B5EF4-FFF2-40B4-BE49-F238E27FC236}">
                  <a16:creationId xmlns:a16="http://schemas.microsoft.com/office/drawing/2014/main" id="{0106F0BD-BBCE-081F-0C4C-35F994A04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9043964" y="4749634"/>
              <a:ext cx="548331" cy="548331"/>
            </a:xfrm>
            <a:prstGeom prst="rect">
              <a:avLst/>
            </a:prstGeom>
          </p:spPr>
        </p:pic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7D2D28B-94AE-9A26-3144-5C893E5FB5C7}"/>
              </a:ext>
            </a:extLst>
          </p:cNvPr>
          <p:cNvSpPr/>
          <p:nvPr/>
        </p:nvSpPr>
        <p:spPr>
          <a:xfrm>
            <a:off x="3402767" y="2804309"/>
            <a:ext cx="1813810" cy="434715"/>
          </a:xfrm>
          <a:custGeom>
            <a:avLst/>
            <a:gdLst>
              <a:gd name="connsiteX0" fmla="*/ 1813810 w 1813810"/>
              <a:gd name="connsiteY0" fmla="*/ 0 h 434715"/>
              <a:gd name="connsiteX1" fmla="*/ 1304144 w 1813810"/>
              <a:gd name="connsiteY1" fmla="*/ 434715 h 434715"/>
              <a:gd name="connsiteX2" fmla="*/ 0 w 1813810"/>
              <a:gd name="connsiteY2" fmla="*/ 434715 h 43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3810" h="434715">
                <a:moveTo>
                  <a:pt x="1813810" y="0"/>
                </a:moveTo>
                <a:lnTo>
                  <a:pt x="1304144" y="434715"/>
                </a:lnTo>
                <a:lnTo>
                  <a:pt x="0" y="434715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E8F2293-D521-1780-60E8-2BC6A8316862}"/>
              </a:ext>
            </a:extLst>
          </p:cNvPr>
          <p:cNvSpPr/>
          <p:nvPr/>
        </p:nvSpPr>
        <p:spPr>
          <a:xfrm flipH="1">
            <a:off x="6964679" y="2761599"/>
            <a:ext cx="1813810" cy="434715"/>
          </a:xfrm>
          <a:custGeom>
            <a:avLst/>
            <a:gdLst>
              <a:gd name="connsiteX0" fmla="*/ 1813810 w 1813810"/>
              <a:gd name="connsiteY0" fmla="*/ 0 h 434715"/>
              <a:gd name="connsiteX1" fmla="*/ 1304144 w 1813810"/>
              <a:gd name="connsiteY1" fmla="*/ 434715 h 434715"/>
              <a:gd name="connsiteX2" fmla="*/ 0 w 1813810"/>
              <a:gd name="connsiteY2" fmla="*/ 434715 h 43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3810" h="434715">
                <a:moveTo>
                  <a:pt x="1813810" y="0"/>
                </a:moveTo>
                <a:lnTo>
                  <a:pt x="1304144" y="434715"/>
                </a:lnTo>
                <a:lnTo>
                  <a:pt x="0" y="434715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356E419-4B6C-3654-37B0-3EA7EA050A2A}"/>
              </a:ext>
            </a:extLst>
          </p:cNvPr>
          <p:cNvSpPr/>
          <p:nvPr/>
        </p:nvSpPr>
        <p:spPr>
          <a:xfrm>
            <a:off x="5890673" y="6354227"/>
            <a:ext cx="320793" cy="588684"/>
          </a:xfrm>
          <a:custGeom>
            <a:avLst/>
            <a:gdLst>
              <a:gd name="connsiteX0" fmla="*/ 43819 w 320793"/>
              <a:gd name="connsiteY0" fmla="*/ 28358 h 588684"/>
              <a:gd name="connsiteX1" fmla="*/ 131252 w 320793"/>
              <a:gd name="connsiteY1" fmla="*/ 228724 h 588684"/>
              <a:gd name="connsiteX2" fmla="*/ 103 w 320793"/>
              <a:gd name="connsiteY2" fmla="*/ 556597 h 588684"/>
              <a:gd name="connsiteX3" fmla="*/ 156753 w 320793"/>
              <a:gd name="connsiteY3" fmla="*/ 538382 h 588684"/>
              <a:gd name="connsiteX4" fmla="*/ 317047 w 320793"/>
              <a:gd name="connsiteY4" fmla="*/ 221438 h 588684"/>
              <a:gd name="connsiteX5" fmla="*/ 251472 w 320793"/>
              <a:gd name="connsiteY5" fmla="*/ 24715 h 588684"/>
              <a:gd name="connsiteX6" fmla="*/ 43819 w 320793"/>
              <a:gd name="connsiteY6" fmla="*/ 28358 h 58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793" h="588684">
                <a:moveTo>
                  <a:pt x="43819" y="28358"/>
                </a:moveTo>
                <a:cubicBezTo>
                  <a:pt x="23782" y="62360"/>
                  <a:pt x="138538" y="140684"/>
                  <a:pt x="131252" y="228724"/>
                </a:cubicBezTo>
                <a:cubicBezTo>
                  <a:pt x="123966" y="316764"/>
                  <a:pt x="-4147" y="504987"/>
                  <a:pt x="103" y="556597"/>
                </a:cubicBezTo>
                <a:cubicBezTo>
                  <a:pt x="4353" y="608207"/>
                  <a:pt x="103929" y="594242"/>
                  <a:pt x="156753" y="538382"/>
                </a:cubicBezTo>
                <a:cubicBezTo>
                  <a:pt x="209577" y="482522"/>
                  <a:pt x="301261" y="307049"/>
                  <a:pt x="317047" y="221438"/>
                </a:cubicBezTo>
                <a:cubicBezTo>
                  <a:pt x="332833" y="135827"/>
                  <a:pt x="296403" y="61145"/>
                  <a:pt x="251472" y="24715"/>
                </a:cubicBezTo>
                <a:cubicBezTo>
                  <a:pt x="206541" y="-11715"/>
                  <a:pt x="63856" y="-5644"/>
                  <a:pt x="43819" y="2835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393950-F558-1F4B-CE4E-CB9CD4E477D0}"/>
              </a:ext>
            </a:extLst>
          </p:cNvPr>
          <p:cNvSpPr/>
          <p:nvPr/>
        </p:nvSpPr>
        <p:spPr>
          <a:xfrm>
            <a:off x="3327816" y="3508847"/>
            <a:ext cx="2203554" cy="1499017"/>
          </a:xfrm>
          <a:custGeom>
            <a:avLst/>
            <a:gdLst>
              <a:gd name="connsiteX0" fmla="*/ 2203554 w 2203554"/>
              <a:gd name="connsiteY0" fmla="*/ 0 h 1184223"/>
              <a:gd name="connsiteX1" fmla="*/ 1528997 w 2203554"/>
              <a:gd name="connsiteY1" fmla="*/ 1184223 h 1184223"/>
              <a:gd name="connsiteX2" fmla="*/ 0 w 2203554"/>
              <a:gd name="connsiteY2" fmla="*/ 1184223 h 1184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3554" h="1184223">
                <a:moveTo>
                  <a:pt x="2203554" y="0"/>
                </a:moveTo>
                <a:lnTo>
                  <a:pt x="1528997" y="1184223"/>
                </a:lnTo>
                <a:lnTo>
                  <a:pt x="0" y="1184223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77145E3-5B76-1A62-3AF0-1318027CD7C0}"/>
              </a:ext>
            </a:extLst>
          </p:cNvPr>
          <p:cNvSpPr/>
          <p:nvPr/>
        </p:nvSpPr>
        <p:spPr>
          <a:xfrm flipH="1">
            <a:off x="6617731" y="3524782"/>
            <a:ext cx="2203554" cy="1499017"/>
          </a:xfrm>
          <a:custGeom>
            <a:avLst/>
            <a:gdLst>
              <a:gd name="connsiteX0" fmla="*/ 2203554 w 2203554"/>
              <a:gd name="connsiteY0" fmla="*/ 0 h 1184223"/>
              <a:gd name="connsiteX1" fmla="*/ 1528997 w 2203554"/>
              <a:gd name="connsiteY1" fmla="*/ 1184223 h 1184223"/>
              <a:gd name="connsiteX2" fmla="*/ 0 w 2203554"/>
              <a:gd name="connsiteY2" fmla="*/ 1184223 h 1184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3554" h="1184223">
                <a:moveTo>
                  <a:pt x="2203554" y="0"/>
                </a:moveTo>
                <a:lnTo>
                  <a:pt x="1528997" y="1184223"/>
                </a:lnTo>
                <a:lnTo>
                  <a:pt x="0" y="1184223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851209-FC0F-807D-C4FF-471B51389795}"/>
              </a:ext>
            </a:extLst>
          </p:cNvPr>
          <p:cNvSpPr txBox="1"/>
          <p:nvPr/>
        </p:nvSpPr>
        <p:spPr>
          <a:xfrm>
            <a:off x="357545" y="1261931"/>
            <a:ext cx="193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66"/>
                </a:solidFill>
              </a:rPr>
              <a:t>Create, save, and manage your study notes with an intuitive interface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D3538D-D879-DC5F-07AB-19698FA27BF2}"/>
              </a:ext>
            </a:extLst>
          </p:cNvPr>
          <p:cNvSpPr txBox="1"/>
          <p:nvPr/>
        </p:nvSpPr>
        <p:spPr>
          <a:xfrm>
            <a:off x="357545" y="2989600"/>
            <a:ext cx="193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66"/>
                </a:solidFill>
              </a:rPr>
              <a:t>Get concise summaries of long texts powered by AI in seconds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4194A3-A5D0-899E-D600-F3CE01B0750D}"/>
              </a:ext>
            </a:extLst>
          </p:cNvPr>
          <p:cNvSpPr txBox="1"/>
          <p:nvPr/>
        </p:nvSpPr>
        <p:spPr>
          <a:xfrm>
            <a:off x="357545" y="4717269"/>
            <a:ext cx="193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66"/>
                </a:solidFill>
              </a:rPr>
              <a:t>Create custom quizzes with 1-20 questions from any content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E62218-5C1C-4CE4-C5AA-A8EE431D2AB9}"/>
              </a:ext>
            </a:extLst>
          </p:cNvPr>
          <p:cNvSpPr txBox="1"/>
          <p:nvPr/>
        </p:nvSpPr>
        <p:spPr>
          <a:xfrm>
            <a:off x="9940171" y="1261931"/>
            <a:ext cx="193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66"/>
                </a:solidFill>
              </a:rPr>
              <a:t>Get instant definitions and example sentences for any word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BBC36C-BCC8-83F6-36C9-86C92B7A132D}"/>
              </a:ext>
            </a:extLst>
          </p:cNvPr>
          <p:cNvSpPr txBox="1"/>
          <p:nvPr/>
        </p:nvSpPr>
        <p:spPr>
          <a:xfrm>
            <a:off x="9940171" y="2989600"/>
            <a:ext cx="193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66"/>
                </a:solidFill>
              </a:rPr>
              <a:t>Generate Q&amp;A flashcards automatically from your study material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407EB4-F4E5-C2CF-BB1C-1DA9B5470152}"/>
              </a:ext>
            </a:extLst>
          </p:cNvPr>
          <p:cNvSpPr txBox="1"/>
          <p:nvPr/>
        </p:nvSpPr>
        <p:spPr>
          <a:xfrm>
            <a:off x="9940171" y="4717269"/>
            <a:ext cx="1933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66"/>
                </a:solidFill>
              </a:rPr>
              <a:t>Track all your AI interactions and review past queries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340CFE-851D-D8CD-98D8-150F632FD91A}"/>
              </a:ext>
            </a:extLst>
          </p:cNvPr>
          <p:cNvSpPr txBox="1"/>
          <p:nvPr/>
        </p:nvSpPr>
        <p:spPr>
          <a:xfrm>
            <a:off x="5093284" y="2496653"/>
            <a:ext cx="2028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C000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Ai Study Assistant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39B9FF-7720-D89C-288E-13EEBD78EDB7}"/>
              </a:ext>
            </a:extLst>
          </p:cNvPr>
          <p:cNvSpPr txBox="1"/>
          <p:nvPr/>
        </p:nvSpPr>
        <p:spPr>
          <a:xfrm>
            <a:off x="3262859" y="284813"/>
            <a:ext cx="5666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95000"/>
                    <a:alpha val="60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175133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"/>
                            </p:stCondLst>
                            <p:childTnLst>
                              <p:par>
                                <p:cTn id="3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"/>
                            </p:stCondLst>
                            <p:childTnLst>
                              <p:par>
                                <p:cTn id="4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"/>
                            </p:stCondLst>
                            <p:childTnLst>
                              <p:par>
                                <p:cTn id="4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"/>
                            </p:stCondLst>
                            <p:childTnLst>
                              <p:par>
                                <p:cTn id="6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"/>
                            </p:stCondLst>
                            <p:childTnLst>
                              <p:par>
                                <p:cTn id="6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"/>
                            </p:stCondLst>
                            <p:childTnLst>
                              <p:par>
                                <p:cTn id="7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"/>
                            </p:stCondLst>
                            <p:childTnLst>
                              <p:par>
                                <p:cTn id="8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"/>
                            </p:stCondLst>
                            <p:childTnLst>
                              <p:par>
                                <p:cTn id="9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00"/>
                            </p:stCondLst>
                            <p:childTnLst>
                              <p:par>
                                <p:cTn id="100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"/>
                            </p:stCondLst>
                            <p:childTnLst>
                              <p:par>
                                <p:cTn id="1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600"/>
                            </p:stCondLst>
                            <p:childTnLst>
                              <p:par>
                                <p:cTn id="117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" grpId="0" animBg="1"/>
      <p:bldP spid="9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930C4-DB38-D047-043D-86C3B9924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6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6EFB1-A2D7-052F-AE35-D3B3C2F5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C2C891-92C2-C9DD-9403-E65449457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5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AA13A-EF40-0F48-C648-B0869271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62842E76-C23B-46E0-AC73-EA07C8F233C7}"/>
              </a:ext>
            </a:extLst>
          </p:cNvPr>
          <p:cNvSpPr/>
          <p:nvPr/>
        </p:nvSpPr>
        <p:spPr>
          <a:xfrm>
            <a:off x="0" y="-42523"/>
            <a:ext cx="12192000" cy="7013585"/>
          </a:xfrm>
          <a:prstGeom prst="rect">
            <a:avLst/>
          </a:prstGeom>
          <a:solidFill>
            <a:srgbClr val="171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70B14B9-7012-1CC6-B22C-2BA835A3A0F8}"/>
              </a:ext>
            </a:extLst>
          </p:cNvPr>
          <p:cNvSpPr/>
          <p:nvPr/>
        </p:nvSpPr>
        <p:spPr>
          <a:xfrm flipV="1">
            <a:off x="928914" y="1233714"/>
            <a:ext cx="10447566" cy="4470400"/>
          </a:xfrm>
          <a:custGeom>
            <a:avLst/>
            <a:gdLst>
              <a:gd name="connsiteX0" fmla="*/ 7318989 w 9947415"/>
              <a:gd name="connsiteY0" fmla="*/ 1064079 h 4286252"/>
              <a:gd name="connsiteX1" fmla="*/ 7447501 w 9947415"/>
              <a:gd name="connsiteY1" fmla="*/ 1064079 h 4286252"/>
              <a:gd name="connsiteX2" fmla="*/ 7447501 w 9947415"/>
              <a:gd name="connsiteY2" fmla="*/ 850480 h 4286252"/>
              <a:gd name="connsiteX3" fmla="*/ 7982417 w 9947415"/>
              <a:gd name="connsiteY3" fmla="*/ 206829 h 4286252"/>
              <a:gd name="connsiteX4" fmla="*/ 8517335 w 9947415"/>
              <a:gd name="connsiteY4" fmla="*/ 850480 h 4286252"/>
              <a:gd name="connsiteX5" fmla="*/ 8517335 w 9947415"/>
              <a:gd name="connsiteY5" fmla="*/ 1064079 h 4286252"/>
              <a:gd name="connsiteX6" fmla="*/ 8645847 w 9947415"/>
              <a:gd name="connsiteY6" fmla="*/ 1064079 h 4286252"/>
              <a:gd name="connsiteX7" fmla="*/ 8645847 w 9947415"/>
              <a:gd name="connsiteY7" fmla="*/ 798286 h 4286252"/>
              <a:gd name="connsiteX8" fmla="*/ 7982417 w 9947415"/>
              <a:gd name="connsiteY8" fmla="*/ 0 h 4286252"/>
              <a:gd name="connsiteX9" fmla="*/ 7318989 w 9947415"/>
              <a:gd name="connsiteY9" fmla="*/ 798286 h 4286252"/>
              <a:gd name="connsiteX10" fmla="*/ 4918947 w 9947415"/>
              <a:gd name="connsiteY10" fmla="*/ 1064079 h 4286252"/>
              <a:gd name="connsiteX11" fmla="*/ 5047459 w 9947415"/>
              <a:gd name="connsiteY11" fmla="*/ 1064079 h 4286252"/>
              <a:gd name="connsiteX12" fmla="*/ 5047459 w 9947415"/>
              <a:gd name="connsiteY12" fmla="*/ 850480 h 4286252"/>
              <a:gd name="connsiteX13" fmla="*/ 5582376 w 9947415"/>
              <a:gd name="connsiteY13" fmla="*/ 206829 h 4286252"/>
              <a:gd name="connsiteX14" fmla="*/ 6117294 w 9947415"/>
              <a:gd name="connsiteY14" fmla="*/ 850480 h 4286252"/>
              <a:gd name="connsiteX15" fmla="*/ 6117294 w 9947415"/>
              <a:gd name="connsiteY15" fmla="*/ 1064079 h 4286252"/>
              <a:gd name="connsiteX16" fmla="*/ 6245806 w 9947415"/>
              <a:gd name="connsiteY16" fmla="*/ 1064079 h 4286252"/>
              <a:gd name="connsiteX17" fmla="*/ 6245806 w 9947415"/>
              <a:gd name="connsiteY17" fmla="*/ 798286 h 4286252"/>
              <a:gd name="connsiteX18" fmla="*/ 5582376 w 9947415"/>
              <a:gd name="connsiteY18" fmla="*/ 0 h 4286252"/>
              <a:gd name="connsiteX19" fmla="*/ 4918947 w 9947415"/>
              <a:gd name="connsiteY19" fmla="*/ 798286 h 4286252"/>
              <a:gd name="connsiteX20" fmla="*/ 2519110 w 9947415"/>
              <a:gd name="connsiteY20" fmla="*/ 1064079 h 4286252"/>
              <a:gd name="connsiteX21" fmla="*/ 2647623 w 9947415"/>
              <a:gd name="connsiteY21" fmla="*/ 1064079 h 4286252"/>
              <a:gd name="connsiteX22" fmla="*/ 2647623 w 9947415"/>
              <a:gd name="connsiteY22" fmla="*/ 850480 h 4286252"/>
              <a:gd name="connsiteX23" fmla="*/ 3182538 w 9947415"/>
              <a:gd name="connsiteY23" fmla="*/ 206829 h 4286252"/>
              <a:gd name="connsiteX24" fmla="*/ 3717456 w 9947415"/>
              <a:gd name="connsiteY24" fmla="*/ 850480 h 4286252"/>
              <a:gd name="connsiteX25" fmla="*/ 3717456 w 9947415"/>
              <a:gd name="connsiteY25" fmla="*/ 1064079 h 4286252"/>
              <a:gd name="connsiteX26" fmla="*/ 3845968 w 9947415"/>
              <a:gd name="connsiteY26" fmla="*/ 1064079 h 4286252"/>
              <a:gd name="connsiteX27" fmla="*/ 3845968 w 9947415"/>
              <a:gd name="connsiteY27" fmla="*/ 798286 h 4286252"/>
              <a:gd name="connsiteX28" fmla="*/ 3182538 w 9947415"/>
              <a:gd name="connsiteY28" fmla="*/ 0 h 4286252"/>
              <a:gd name="connsiteX29" fmla="*/ 2519110 w 9947415"/>
              <a:gd name="connsiteY29" fmla="*/ 798286 h 4286252"/>
              <a:gd name="connsiteX30" fmla="*/ 122418 w 9947415"/>
              <a:gd name="connsiteY30" fmla="*/ 1064079 h 4286252"/>
              <a:gd name="connsiteX31" fmla="*/ 250930 w 9947415"/>
              <a:gd name="connsiteY31" fmla="*/ 1064079 h 4286252"/>
              <a:gd name="connsiteX32" fmla="*/ 250930 w 9947415"/>
              <a:gd name="connsiteY32" fmla="*/ 850480 h 4286252"/>
              <a:gd name="connsiteX33" fmla="*/ 785847 w 9947415"/>
              <a:gd name="connsiteY33" fmla="*/ 206829 h 4286252"/>
              <a:gd name="connsiteX34" fmla="*/ 1320764 w 9947415"/>
              <a:gd name="connsiteY34" fmla="*/ 850480 h 4286252"/>
              <a:gd name="connsiteX35" fmla="*/ 1320764 w 9947415"/>
              <a:gd name="connsiteY35" fmla="*/ 1064079 h 4286252"/>
              <a:gd name="connsiteX36" fmla="*/ 1449276 w 9947415"/>
              <a:gd name="connsiteY36" fmla="*/ 1064079 h 4286252"/>
              <a:gd name="connsiteX37" fmla="*/ 1449276 w 9947415"/>
              <a:gd name="connsiteY37" fmla="*/ 798286 h 4286252"/>
              <a:gd name="connsiteX38" fmla="*/ 785847 w 9947415"/>
              <a:gd name="connsiteY38" fmla="*/ 0 h 4286252"/>
              <a:gd name="connsiteX39" fmla="*/ 122418 w 9947415"/>
              <a:gd name="connsiteY39" fmla="*/ 798286 h 4286252"/>
              <a:gd name="connsiteX40" fmla="*/ 9700082 w 9947415"/>
              <a:gd name="connsiteY40" fmla="*/ 3429908 h 4286252"/>
              <a:gd name="connsiteX41" fmla="*/ 9828594 w 9947415"/>
              <a:gd name="connsiteY41" fmla="*/ 3429908 h 4286252"/>
              <a:gd name="connsiteX42" fmla="*/ 9828594 w 9947415"/>
              <a:gd name="connsiteY42" fmla="*/ 1150863 h 4286252"/>
              <a:gd name="connsiteX43" fmla="*/ 9947415 w 9947415"/>
              <a:gd name="connsiteY43" fmla="*/ 1150863 h 4286252"/>
              <a:gd name="connsiteX44" fmla="*/ 9761053 w 9947415"/>
              <a:gd name="connsiteY44" fmla="*/ 657377 h 4286252"/>
              <a:gd name="connsiteX45" fmla="*/ 9574690 w 9947415"/>
              <a:gd name="connsiteY45" fmla="*/ 1150863 h 4286252"/>
              <a:gd name="connsiteX46" fmla="*/ 9700082 w 9947415"/>
              <a:gd name="connsiteY46" fmla="*/ 1150863 h 4286252"/>
              <a:gd name="connsiteX47" fmla="*/ 8510837 w 9947415"/>
              <a:gd name="connsiteY47" fmla="*/ 3429908 h 4286252"/>
              <a:gd name="connsiteX48" fmla="*/ 8639350 w 9947415"/>
              <a:gd name="connsiteY48" fmla="*/ 3429908 h 4286252"/>
              <a:gd name="connsiteX49" fmla="*/ 8639350 w 9947415"/>
              <a:gd name="connsiteY49" fmla="*/ 1064080 h 4286252"/>
              <a:gd name="connsiteX50" fmla="*/ 8510837 w 9947415"/>
              <a:gd name="connsiteY50" fmla="*/ 1064080 h 4286252"/>
              <a:gd name="connsiteX51" fmla="*/ 7318787 w 9947415"/>
              <a:gd name="connsiteY51" fmla="*/ 3429908 h 4286252"/>
              <a:gd name="connsiteX52" fmla="*/ 7447299 w 9947415"/>
              <a:gd name="connsiteY52" fmla="*/ 3429908 h 4286252"/>
              <a:gd name="connsiteX53" fmla="*/ 7447299 w 9947415"/>
              <a:gd name="connsiteY53" fmla="*/ 1064080 h 4286252"/>
              <a:gd name="connsiteX54" fmla="*/ 7318787 w 9947415"/>
              <a:gd name="connsiteY54" fmla="*/ 1064080 h 4286252"/>
              <a:gd name="connsiteX55" fmla="*/ 6117442 w 9947415"/>
              <a:gd name="connsiteY55" fmla="*/ 3429908 h 4286252"/>
              <a:gd name="connsiteX56" fmla="*/ 6245954 w 9947415"/>
              <a:gd name="connsiteY56" fmla="*/ 3429908 h 4286252"/>
              <a:gd name="connsiteX57" fmla="*/ 6245954 w 9947415"/>
              <a:gd name="connsiteY57" fmla="*/ 1064080 h 4286252"/>
              <a:gd name="connsiteX58" fmla="*/ 6117442 w 9947415"/>
              <a:gd name="connsiteY58" fmla="*/ 1064080 h 4286252"/>
              <a:gd name="connsiteX59" fmla="*/ 4918947 w 9947415"/>
              <a:gd name="connsiteY59" fmla="*/ 3429908 h 4286252"/>
              <a:gd name="connsiteX60" fmla="*/ 5047459 w 9947415"/>
              <a:gd name="connsiteY60" fmla="*/ 3429908 h 4286252"/>
              <a:gd name="connsiteX61" fmla="*/ 5047459 w 9947415"/>
              <a:gd name="connsiteY61" fmla="*/ 1064080 h 4286252"/>
              <a:gd name="connsiteX62" fmla="*/ 4918947 w 9947415"/>
              <a:gd name="connsiteY62" fmla="*/ 1064080 h 4286252"/>
              <a:gd name="connsiteX63" fmla="*/ 3717456 w 9947415"/>
              <a:gd name="connsiteY63" fmla="*/ 3429908 h 4286252"/>
              <a:gd name="connsiteX64" fmla="*/ 3845968 w 9947415"/>
              <a:gd name="connsiteY64" fmla="*/ 3429908 h 4286252"/>
              <a:gd name="connsiteX65" fmla="*/ 3845968 w 9947415"/>
              <a:gd name="connsiteY65" fmla="*/ 1064080 h 4286252"/>
              <a:gd name="connsiteX66" fmla="*/ 3717456 w 9947415"/>
              <a:gd name="connsiteY66" fmla="*/ 1064080 h 4286252"/>
              <a:gd name="connsiteX67" fmla="*/ 2519110 w 9947415"/>
              <a:gd name="connsiteY67" fmla="*/ 3429908 h 4286252"/>
              <a:gd name="connsiteX68" fmla="*/ 2647623 w 9947415"/>
              <a:gd name="connsiteY68" fmla="*/ 3429908 h 4286252"/>
              <a:gd name="connsiteX69" fmla="*/ 2647623 w 9947415"/>
              <a:gd name="connsiteY69" fmla="*/ 1064080 h 4286252"/>
              <a:gd name="connsiteX70" fmla="*/ 2519110 w 9947415"/>
              <a:gd name="connsiteY70" fmla="*/ 1064080 h 4286252"/>
              <a:gd name="connsiteX71" fmla="*/ 1320765 w 9947415"/>
              <a:gd name="connsiteY71" fmla="*/ 3429908 h 4286252"/>
              <a:gd name="connsiteX72" fmla="*/ 1449277 w 9947415"/>
              <a:gd name="connsiteY72" fmla="*/ 3429908 h 4286252"/>
              <a:gd name="connsiteX73" fmla="*/ 1449277 w 9947415"/>
              <a:gd name="connsiteY73" fmla="*/ 1064080 h 4286252"/>
              <a:gd name="connsiteX74" fmla="*/ 1320765 w 9947415"/>
              <a:gd name="connsiteY74" fmla="*/ 1064080 h 4286252"/>
              <a:gd name="connsiteX75" fmla="*/ 186363 w 9947415"/>
              <a:gd name="connsiteY75" fmla="*/ 3793264 h 4286252"/>
              <a:gd name="connsiteX76" fmla="*/ 372725 w 9947415"/>
              <a:gd name="connsiteY76" fmla="*/ 3299778 h 4286252"/>
              <a:gd name="connsiteX77" fmla="*/ 250930 w 9947415"/>
              <a:gd name="connsiteY77" fmla="*/ 3299778 h 4286252"/>
              <a:gd name="connsiteX78" fmla="*/ 250930 w 9947415"/>
              <a:gd name="connsiteY78" fmla="*/ 1064080 h 4286252"/>
              <a:gd name="connsiteX79" fmla="*/ 122419 w 9947415"/>
              <a:gd name="connsiteY79" fmla="*/ 1064080 h 4286252"/>
              <a:gd name="connsiteX80" fmla="*/ 122419 w 9947415"/>
              <a:gd name="connsiteY80" fmla="*/ 3299778 h 4286252"/>
              <a:gd name="connsiteX81" fmla="*/ 0 w 9947415"/>
              <a:gd name="connsiteY81" fmla="*/ 3299778 h 4286252"/>
              <a:gd name="connsiteX82" fmla="*/ 186363 w 9947415"/>
              <a:gd name="connsiteY82" fmla="*/ 3793264 h 4286252"/>
              <a:gd name="connsiteX83" fmla="*/ 9174267 w 9947415"/>
              <a:gd name="connsiteY83" fmla="*/ 4286252 h 4286252"/>
              <a:gd name="connsiteX84" fmla="*/ 9837696 w 9947415"/>
              <a:gd name="connsiteY84" fmla="*/ 3487966 h 4286252"/>
              <a:gd name="connsiteX85" fmla="*/ 9837696 w 9947415"/>
              <a:gd name="connsiteY85" fmla="*/ 3429909 h 4286252"/>
              <a:gd name="connsiteX86" fmla="*/ 9709184 w 9947415"/>
              <a:gd name="connsiteY86" fmla="*/ 3429909 h 4286252"/>
              <a:gd name="connsiteX87" fmla="*/ 9709184 w 9947415"/>
              <a:gd name="connsiteY87" fmla="*/ 3435773 h 4286252"/>
              <a:gd name="connsiteX88" fmla="*/ 9174267 w 9947415"/>
              <a:gd name="connsiteY88" fmla="*/ 4079424 h 4286252"/>
              <a:gd name="connsiteX89" fmla="*/ 8639350 w 9947415"/>
              <a:gd name="connsiteY89" fmla="*/ 3435773 h 4286252"/>
              <a:gd name="connsiteX90" fmla="*/ 8639350 w 9947415"/>
              <a:gd name="connsiteY90" fmla="*/ 3429909 h 4286252"/>
              <a:gd name="connsiteX91" fmla="*/ 8510837 w 9947415"/>
              <a:gd name="connsiteY91" fmla="*/ 3429909 h 4286252"/>
              <a:gd name="connsiteX92" fmla="*/ 8510837 w 9947415"/>
              <a:gd name="connsiteY92" fmla="*/ 3487966 h 4286252"/>
              <a:gd name="connsiteX93" fmla="*/ 9174267 w 9947415"/>
              <a:gd name="connsiteY93" fmla="*/ 4286252 h 4286252"/>
              <a:gd name="connsiteX94" fmla="*/ 6783869 w 9947415"/>
              <a:gd name="connsiteY94" fmla="*/ 4286252 h 4286252"/>
              <a:gd name="connsiteX95" fmla="*/ 7447299 w 9947415"/>
              <a:gd name="connsiteY95" fmla="*/ 3487966 h 4286252"/>
              <a:gd name="connsiteX96" fmla="*/ 7447299 w 9947415"/>
              <a:gd name="connsiteY96" fmla="*/ 3429909 h 4286252"/>
              <a:gd name="connsiteX97" fmla="*/ 7318787 w 9947415"/>
              <a:gd name="connsiteY97" fmla="*/ 3429909 h 4286252"/>
              <a:gd name="connsiteX98" fmla="*/ 7318787 w 9947415"/>
              <a:gd name="connsiteY98" fmla="*/ 3435773 h 4286252"/>
              <a:gd name="connsiteX99" fmla="*/ 6783869 w 9947415"/>
              <a:gd name="connsiteY99" fmla="*/ 4079424 h 4286252"/>
              <a:gd name="connsiteX100" fmla="*/ 6248952 w 9947415"/>
              <a:gd name="connsiteY100" fmla="*/ 3435773 h 4286252"/>
              <a:gd name="connsiteX101" fmla="*/ 6248952 w 9947415"/>
              <a:gd name="connsiteY101" fmla="*/ 3429909 h 4286252"/>
              <a:gd name="connsiteX102" fmla="*/ 6120440 w 9947415"/>
              <a:gd name="connsiteY102" fmla="*/ 3429909 h 4286252"/>
              <a:gd name="connsiteX103" fmla="*/ 6120440 w 9947415"/>
              <a:gd name="connsiteY103" fmla="*/ 3487966 h 4286252"/>
              <a:gd name="connsiteX104" fmla="*/ 6783869 w 9947415"/>
              <a:gd name="connsiteY104" fmla="*/ 4286252 h 4286252"/>
              <a:gd name="connsiteX105" fmla="*/ 4380883 w 9947415"/>
              <a:gd name="connsiteY105" fmla="*/ 4286252 h 4286252"/>
              <a:gd name="connsiteX106" fmla="*/ 5044312 w 9947415"/>
              <a:gd name="connsiteY106" fmla="*/ 3487966 h 4286252"/>
              <a:gd name="connsiteX107" fmla="*/ 5044312 w 9947415"/>
              <a:gd name="connsiteY107" fmla="*/ 3429909 h 4286252"/>
              <a:gd name="connsiteX108" fmla="*/ 4915800 w 9947415"/>
              <a:gd name="connsiteY108" fmla="*/ 3429909 h 4286252"/>
              <a:gd name="connsiteX109" fmla="*/ 4915800 w 9947415"/>
              <a:gd name="connsiteY109" fmla="*/ 3435773 h 4286252"/>
              <a:gd name="connsiteX110" fmla="*/ 4380883 w 9947415"/>
              <a:gd name="connsiteY110" fmla="*/ 4079423 h 4286252"/>
              <a:gd name="connsiteX111" fmla="*/ 3845967 w 9947415"/>
              <a:gd name="connsiteY111" fmla="*/ 3435773 h 4286252"/>
              <a:gd name="connsiteX112" fmla="*/ 3845967 w 9947415"/>
              <a:gd name="connsiteY112" fmla="*/ 3429909 h 4286252"/>
              <a:gd name="connsiteX113" fmla="*/ 3717454 w 9947415"/>
              <a:gd name="connsiteY113" fmla="*/ 3429909 h 4286252"/>
              <a:gd name="connsiteX114" fmla="*/ 3717454 w 9947415"/>
              <a:gd name="connsiteY114" fmla="*/ 3487966 h 4286252"/>
              <a:gd name="connsiteX115" fmla="*/ 4380883 w 9947415"/>
              <a:gd name="connsiteY115" fmla="*/ 4286252 h 4286252"/>
              <a:gd name="connsiteX116" fmla="*/ 1984194 w 9947415"/>
              <a:gd name="connsiteY116" fmla="*/ 4286252 h 4286252"/>
              <a:gd name="connsiteX117" fmla="*/ 2647624 w 9947415"/>
              <a:gd name="connsiteY117" fmla="*/ 3487966 h 4286252"/>
              <a:gd name="connsiteX118" fmla="*/ 2647624 w 9947415"/>
              <a:gd name="connsiteY118" fmla="*/ 3429909 h 4286252"/>
              <a:gd name="connsiteX119" fmla="*/ 2519112 w 9947415"/>
              <a:gd name="connsiteY119" fmla="*/ 3429909 h 4286252"/>
              <a:gd name="connsiteX120" fmla="*/ 2519112 w 9947415"/>
              <a:gd name="connsiteY120" fmla="*/ 3435773 h 4286252"/>
              <a:gd name="connsiteX121" fmla="*/ 1984194 w 9947415"/>
              <a:gd name="connsiteY121" fmla="*/ 4079423 h 4286252"/>
              <a:gd name="connsiteX122" fmla="*/ 1449277 w 9947415"/>
              <a:gd name="connsiteY122" fmla="*/ 3435773 h 4286252"/>
              <a:gd name="connsiteX123" fmla="*/ 1449277 w 9947415"/>
              <a:gd name="connsiteY123" fmla="*/ 3429909 h 4286252"/>
              <a:gd name="connsiteX124" fmla="*/ 1320765 w 9947415"/>
              <a:gd name="connsiteY124" fmla="*/ 3429909 h 4286252"/>
              <a:gd name="connsiteX125" fmla="*/ 1320765 w 9947415"/>
              <a:gd name="connsiteY125" fmla="*/ 3487966 h 4286252"/>
              <a:gd name="connsiteX126" fmla="*/ 1984194 w 9947415"/>
              <a:gd name="connsiteY126" fmla="*/ 4286252 h 428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9947415" h="4286252">
                <a:moveTo>
                  <a:pt x="7318989" y="1064079"/>
                </a:moveTo>
                <a:lnTo>
                  <a:pt x="7447501" y="1064079"/>
                </a:lnTo>
                <a:lnTo>
                  <a:pt x="7447501" y="850480"/>
                </a:lnTo>
                <a:cubicBezTo>
                  <a:pt x="7447501" y="495001"/>
                  <a:pt x="7686991" y="206829"/>
                  <a:pt x="7982417" y="206829"/>
                </a:cubicBezTo>
                <a:cubicBezTo>
                  <a:pt x="8277845" y="206829"/>
                  <a:pt x="8517335" y="495001"/>
                  <a:pt x="8517335" y="850480"/>
                </a:cubicBezTo>
                <a:lnTo>
                  <a:pt x="8517335" y="1064079"/>
                </a:lnTo>
                <a:lnTo>
                  <a:pt x="8645847" y="1064079"/>
                </a:lnTo>
                <a:lnTo>
                  <a:pt x="8645847" y="798286"/>
                </a:lnTo>
                <a:cubicBezTo>
                  <a:pt x="8645847" y="357405"/>
                  <a:pt x="8348819" y="0"/>
                  <a:pt x="7982417" y="0"/>
                </a:cubicBezTo>
                <a:cubicBezTo>
                  <a:pt x="7616016" y="0"/>
                  <a:pt x="7318989" y="357405"/>
                  <a:pt x="7318989" y="798286"/>
                </a:cubicBezTo>
                <a:close/>
                <a:moveTo>
                  <a:pt x="4918947" y="1064079"/>
                </a:moveTo>
                <a:lnTo>
                  <a:pt x="5047459" y="1064079"/>
                </a:lnTo>
                <a:lnTo>
                  <a:pt x="5047459" y="850480"/>
                </a:lnTo>
                <a:cubicBezTo>
                  <a:pt x="5047459" y="495001"/>
                  <a:pt x="5286949" y="206829"/>
                  <a:pt x="5582376" y="206829"/>
                </a:cubicBezTo>
                <a:cubicBezTo>
                  <a:pt x="5877803" y="206829"/>
                  <a:pt x="6117294" y="495001"/>
                  <a:pt x="6117294" y="850480"/>
                </a:cubicBezTo>
                <a:lnTo>
                  <a:pt x="6117294" y="1064079"/>
                </a:lnTo>
                <a:lnTo>
                  <a:pt x="6245806" y="1064079"/>
                </a:lnTo>
                <a:lnTo>
                  <a:pt x="6245806" y="798286"/>
                </a:lnTo>
                <a:cubicBezTo>
                  <a:pt x="6245806" y="357405"/>
                  <a:pt x="5948778" y="0"/>
                  <a:pt x="5582376" y="0"/>
                </a:cubicBezTo>
                <a:cubicBezTo>
                  <a:pt x="5215975" y="0"/>
                  <a:pt x="4918947" y="357405"/>
                  <a:pt x="4918947" y="798286"/>
                </a:cubicBezTo>
                <a:close/>
                <a:moveTo>
                  <a:pt x="2519110" y="1064079"/>
                </a:moveTo>
                <a:lnTo>
                  <a:pt x="2647623" y="1064079"/>
                </a:lnTo>
                <a:lnTo>
                  <a:pt x="2647623" y="850480"/>
                </a:lnTo>
                <a:cubicBezTo>
                  <a:pt x="2647623" y="495001"/>
                  <a:pt x="2887113" y="206829"/>
                  <a:pt x="3182538" y="206829"/>
                </a:cubicBezTo>
                <a:cubicBezTo>
                  <a:pt x="3477966" y="206829"/>
                  <a:pt x="3717456" y="495001"/>
                  <a:pt x="3717456" y="850480"/>
                </a:cubicBezTo>
                <a:lnTo>
                  <a:pt x="3717456" y="1064079"/>
                </a:lnTo>
                <a:lnTo>
                  <a:pt x="3845968" y="1064079"/>
                </a:lnTo>
                <a:lnTo>
                  <a:pt x="3845968" y="798286"/>
                </a:lnTo>
                <a:cubicBezTo>
                  <a:pt x="3845968" y="357405"/>
                  <a:pt x="3548941" y="0"/>
                  <a:pt x="3182538" y="0"/>
                </a:cubicBezTo>
                <a:cubicBezTo>
                  <a:pt x="2816138" y="0"/>
                  <a:pt x="2519110" y="357405"/>
                  <a:pt x="2519110" y="798286"/>
                </a:cubicBezTo>
                <a:close/>
                <a:moveTo>
                  <a:pt x="122418" y="1064079"/>
                </a:moveTo>
                <a:lnTo>
                  <a:pt x="250930" y="1064079"/>
                </a:lnTo>
                <a:lnTo>
                  <a:pt x="250930" y="850480"/>
                </a:lnTo>
                <a:cubicBezTo>
                  <a:pt x="250930" y="495001"/>
                  <a:pt x="490420" y="206829"/>
                  <a:pt x="785847" y="206829"/>
                </a:cubicBezTo>
                <a:cubicBezTo>
                  <a:pt x="1081273" y="206829"/>
                  <a:pt x="1320764" y="495001"/>
                  <a:pt x="1320764" y="850480"/>
                </a:cubicBezTo>
                <a:lnTo>
                  <a:pt x="1320764" y="1064079"/>
                </a:lnTo>
                <a:lnTo>
                  <a:pt x="1449276" y="1064079"/>
                </a:lnTo>
                <a:lnTo>
                  <a:pt x="1449276" y="798286"/>
                </a:lnTo>
                <a:cubicBezTo>
                  <a:pt x="1449276" y="357405"/>
                  <a:pt x="1152248" y="0"/>
                  <a:pt x="785847" y="0"/>
                </a:cubicBezTo>
                <a:cubicBezTo>
                  <a:pt x="419446" y="0"/>
                  <a:pt x="122418" y="357405"/>
                  <a:pt x="122418" y="798286"/>
                </a:cubicBezTo>
                <a:close/>
                <a:moveTo>
                  <a:pt x="9700082" y="3429908"/>
                </a:moveTo>
                <a:lnTo>
                  <a:pt x="9828594" y="3429908"/>
                </a:lnTo>
                <a:lnTo>
                  <a:pt x="9828594" y="1150863"/>
                </a:lnTo>
                <a:lnTo>
                  <a:pt x="9947415" y="1150863"/>
                </a:lnTo>
                <a:cubicBezTo>
                  <a:pt x="9827744" y="999156"/>
                  <a:pt x="9823174" y="821872"/>
                  <a:pt x="9761053" y="657377"/>
                </a:cubicBezTo>
                <a:cubicBezTo>
                  <a:pt x="9698932" y="821872"/>
                  <a:pt x="9700755" y="989565"/>
                  <a:pt x="9574690" y="1150863"/>
                </a:cubicBezTo>
                <a:lnTo>
                  <a:pt x="9700082" y="1150863"/>
                </a:lnTo>
                <a:close/>
                <a:moveTo>
                  <a:pt x="8510837" y="3429908"/>
                </a:moveTo>
                <a:lnTo>
                  <a:pt x="8639350" y="3429908"/>
                </a:lnTo>
                <a:lnTo>
                  <a:pt x="8639350" y="1064080"/>
                </a:lnTo>
                <a:lnTo>
                  <a:pt x="8510837" y="1064080"/>
                </a:lnTo>
                <a:close/>
                <a:moveTo>
                  <a:pt x="7318787" y="3429908"/>
                </a:moveTo>
                <a:lnTo>
                  <a:pt x="7447299" y="3429908"/>
                </a:lnTo>
                <a:lnTo>
                  <a:pt x="7447299" y="1064080"/>
                </a:lnTo>
                <a:lnTo>
                  <a:pt x="7318787" y="1064080"/>
                </a:lnTo>
                <a:close/>
                <a:moveTo>
                  <a:pt x="6117442" y="3429908"/>
                </a:moveTo>
                <a:lnTo>
                  <a:pt x="6245954" y="3429908"/>
                </a:lnTo>
                <a:lnTo>
                  <a:pt x="6245954" y="1064080"/>
                </a:lnTo>
                <a:lnTo>
                  <a:pt x="6117442" y="1064080"/>
                </a:lnTo>
                <a:close/>
                <a:moveTo>
                  <a:pt x="4918947" y="3429908"/>
                </a:moveTo>
                <a:lnTo>
                  <a:pt x="5047459" y="3429908"/>
                </a:lnTo>
                <a:lnTo>
                  <a:pt x="5047459" y="1064080"/>
                </a:lnTo>
                <a:lnTo>
                  <a:pt x="4918947" y="1064080"/>
                </a:lnTo>
                <a:close/>
                <a:moveTo>
                  <a:pt x="3717456" y="3429908"/>
                </a:moveTo>
                <a:lnTo>
                  <a:pt x="3845968" y="3429908"/>
                </a:lnTo>
                <a:lnTo>
                  <a:pt x="3845968" y="1064080"/>
                </a:lnTo>
                <a:lnTo>
                  <a:pt x="3717456" y="1064080"/>
                </a:lnTo>
                <a:close/>
                <a:moveTo>
                  <a:pt x="2519110" y="3429908"/>
                </a:moveTo>
                <a:lnTo>
                  <a:pt x="2647623" y="3429908"/>
                </a:lnTo>
                <a:lnTo>
                  <a:pt x="2647623" y="1064080"/>
                </a:lnTo>
                <a:lnTo>
                  <a:pt x="2519110" y="1064080"/>
                </a:lnTo>
                <a:close/>
                <a:moveTo>
                  <a:pt x="1320765" y="3429908"/>
                </a:moveTo>
                <a:lnTo>
                  <a:pt x="1449277" y="3429908"/>
                </a:lnTo>
                <a:lnTo>
                  <a:pt x="1449277" y="1064080"/>
                </a:lnTo>
                <a:lnTo>
                  <a:pt x="1320765" y="1064080"/>
                </a:lnTo>
                <a:close/>
                <a:moveTo>
                  <a:pt x="186363" y="3793264"/>
                </a:moveTo>
                <a:cubicBezTo>
                  <a:pt x="248484" y="3628769"/>
                  <a:pt x="253054" y="3451485"/>
                  <a:pt x="372725" y="3299778"/>
                </a:cubicBezTo>
                <a:lnTo>
                  <a:pt x="250930" y="3299778"/>
                </a:lnTo>
                <a:lnTo>
                  <a:pt x="250930" y="1064080"/>
                </a:lnTo>
                <a:lnTo>
                  <a:pt x="122419" y="1064080"/>
                </a:lnTo>
                <a:lnTo>
                  <a:pt x="122419" y="3299778"/>
                </a:lnTo>
                <a:lnTo>
                  <a:pt x="0" y="3299778"/>
                </a:lnTo>
                <a:cubicBezTo>
                  <a:pt x="126065" y="3461076"/>
                  <a:pt x="124242" y="3628769"/>
                  <a:pt x="186363" y="3793264"/>
                </a:cubicBezTo>
                <a:close/>
                <a:moveTo>
                  <a:pt x="9174267" y="4286252"/>
                </a:moveTo>
                <a:cubicBezTo>
                  <a:pt x="9540668" y="4286252"/>
                  <a:pt x="9837696" y="3928847"/>
                  <a:pt x="9837696" y="3487966"/>
                </a:cubicBezTo>
                <a:lnTo>
                  <a:pt x="9837696" y="3429909"/>
                </a:lnTo>
                <a:lnTo>
                  <a:pt x="9709184" y="3429909"/>
                </a:lnTo>
                <a:lnTo>
                  <a:pt x="9709184" y="3435773"/>
                </a:lnTo>
                <a:cubicBezTo>
                  <a:pt x="9709184" y="3791252"/>
                  <a:pt x="9469694" y="4079424"/>
                  <a:pt x="9174267" y="4079424"/>
                </a:cubicBezTo>
                <a:cubicBezTo>
                  <a:pt x="8878840" y="4079424"/>
                  <a:pt x="8639350" y="3791252"/>
                  <a:pt x="8639350" y="3435773"/>
                </a:cubicBezTo>
                <a:lnTo>
                  <a:pt x="8639350" y="3429909"/>
                </a:lnTo>
                <a:lnTo>
                  <a:pt x="8510837" y="3429909"/>
                </a:lnTo>
                <a:lnTo>
                  <a:pt x="8510837" y="3487966"/>
                </a:lnTo>
                <a:cubicBezTo>
                  <a:pt x="8510837" y="3928847"/>
                  <a:pt x="8807865" y="4286252"/>
                  <a:pt x="9174267" y="4286252"/>
                </a:cubicBezTo>
                <a:close/>
                <a:moveTo>
                  <a:pt x="6783869" y="4286252"/>
                </a:moveTo>
                <a:cubicBezTo>
                  <a:pt x="7150271" y="4286252"/>
                  <a:pt x="7447299" y="3928847"/>
                  <a:pt x="7447299" y="3487966"/>
                </a:cubicBezTo>
                <a:lnTo>
                  <a:pt x="7447299" y="3429909"/>
                </a:lnTo>
                <a:lnTo>
                  <a:pt x="7318787" y="3429909"/>
                </a:lnTo>
                <a:lnTo>
                  <a:pt x="7318787" y="3435773"/>
                </a:lnTo>
                <a:cubicBezTo>
                  <a:pt x="7318787" y="3791252"/>
                  <a:pt x="7079296" y="4079424"/>
                  <a:pt x="6783869" y="4079424"/>
                </a:cubicBezTo>
                <a:cubicBezTo>
                  <a:pt x="6488442" y="4079424"/>
                  <a:pt x="6248952" y="3791252"/>
                  <a:pt x="6248952" y="3435773"/>
                </a:cubicBezTo>
                <a:lnTo>
                  <a:pt x="6248952" y="3429909"/>
                </a:lnTo>
                <a:lnTo>
                  <a:pt x="6120440" y="3429909"/>
                </a:lnTo>
                <a:lnTo>
                  <a:pt x="6120440" y="3487966"/>
                </a:lnTo>
                <a:cubicBezTo>
                  <a:pt x="6120440" y="3928847"/>
                  <a:pt x="6417467" y="4286252"/>
                  <a:pt x="6783869" y="4286252"/>
                </a:cubicBezTo>
                <a:close/>
                <a:moveTo>
                  <a:pt x="4380883" y="4286252"/>
                </a:moveTo>
                <a:cubicBezTo>
                  <a:pt x="4747284" y="4286252"/>
                  <a:pt x="5044312" y="3928847"/>
                  <a:pt x="5044312" y="3487966"/>
                </a:cubicBezTo>
                <a:lnTo>
                  <a:pt x="5044312" y="3429909"/>
                </a:lnTo>
                <a:lnTo>
                  <a:pt x="4915800" y="3429909"/>
                </a:lnTo>
                <a:lnTo>
                  <a:pt x="4915800" y="3435773"/>
                </a:lnTo>
                <a:cubicBezTo>
                  <a:pt x="4915800" y="3791251"/>
                  <a:pt x="4676310" y="4079423"/>
                  <a:pt x="4380883" y="4079423"/>
                </a:cubicBezTo>
                <a:cubicBezTo>
                  <a:pt x="4085456" y="4079423"/>
                  <a:pt x="3845967" y="3791251"/>
                  <a:pt x="3845967" y="3435773"/>
                </a:cubicBezTo>
                <a:lnTo>
                  <a:pt x="3845967" y="3429909"/>
                </a:lnTo>
                <a:lnTo>
                  <a:pt x="3717454" y="3429909"/>
                </a:lnTo>
                <a:lnTo>
                  <a:pt x="3717454" y="3487966"/>
                </a:lnTo>
                <a:cubicBezTo>
                  <a:pt x="3717454" y="3928847"/>
                  <a:pt x="4014482" y="4286252"/>
                  <a:pt x="4380883" y="4286252"/>
                </a:cubicBezTo>
                <a:close/>
                <a:moveTo>
                  <a:pt x="1984194" y="4286252"/>
                </a:moveTo>
                <a:cubicBezTo>
                  <a:pt x="2350596" y="4286252"/>
                  <a:pt x="2647624" y="3928846"/>
                  <a:pt x="2647624" y="3487966"/>
                </a:cubicBezTo>
                <a:lnTo>
                  <a:pt x="2647624" y="3429909"/>
                </a:lnTo>
                <a:lnTo>
                  <a:pt x="2519112" y="3429909"/>
                </a:lnTo>
                <a:lnTo>
                  <a:pt x="2519112" y="3435773"/>
                </a:lnTo>
                <a:cubicBezTo>
                  <a:pt x="2519112" y="3791251"/>
                  <a:pt x="2279621" y="4079423"/>
                  <a:pt x="1984194" y="4079423"/>
                </a:cubicBezTo>
                <a:cubicBezTo>
                  <a:pt x="1688767" y="4079423"/>
                  <a:pt x="1449277" y="3791251"/>
                  <a:pt x="1449277" y="3435773"/>
                </a:cubicBezTo>
                <a:lnTo>
                  <a:pt x="1449277" y="3429909"/>
                </a:lnTo>
                <a:lnTo>
                  <a:pt x="1320765" y="3429909"/>
                </a:lnTo>
                <a:lnTo>
                  <a:pt x="1320765" y="3487966"/>
                </a:lnTo>
                <a:cubicBezTo>
                  <a:pt x="1320765" y="3928846"/>
                  <a:pt x="1617793" y="4286252"/>
                  <a:pt x="1984194" y="4286252"/>
                </a:cubicBezTo>
                <a:close/>
              </a:path>
            </a:pathLst>
          </a:custGeom>
          <a:gradFill>
            <a:gsLst>
              <a:gs pos="31000">
                <a:srgbClr val="FC0BDC"/>
              </a:gs>
              <a:gs pos="89000">
                <a:srgbClr val="4D3CE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F9C6D90-CA85-15A8-8D07-E772BAEDF55B}"/>
              </a:ext>
            </a:extLst>
          </p:cNvPr>
          <p:cNvGrpSpPr/>
          <p:nvPr/>
        </p:nvGrpSpPr>
        <p:grpSpPr>
          <a:xfrm>
            <a:off x="1740807" y="1465494"/>
            <a:ext cx="2685142" cy="1589759"/>
            <a:chOff x="1740807" y="1465494"/>
            <a:chExt cx="2685142" cy="158975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09709A4-CF47-E8A7-803D-690E5CF7AA7D}"/>
                </a:ext>
              </a:extLst>
            </p:cNvPr>
            <p:cNvGrpSpPr/>
            <p:nvPr/>
          </p:nvGrpSpPr>
          <p:grpSpPr>
            <a:xfrm>
              <a:off x="1740807" y="2024739"/>
              <a:ext cx="2685142" cy="1030514"/>
              <a:chOff x="1740807" y="2024739"/>
              <a:chExt cx="2685142" cy="1030514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7C119600-755E-E264-79F4-389DEFCE95D4}"/>
                  </a:ext>
                </a:extLst>
              </p:cNvPr>
              <p:cNvSpPr/>
              <p:nvPr/>
            </p:nvSpPr>
            <p:spPr>
              <a:xfrm>
                <a:off x="1740807" y="2024739"/>
                <a:ext cx="2685142" cy="103051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0650">
                <a:gradFill>
                  <a:gsLst>
                    <a:gs pos="0">
                      <a:srgbClr val="4D3CED"/>
                    </a:gs>
                    <a:gs pos="100000">
                      <a:srgbClr val="FC0BDC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252869F-F48B-1989-4082-C64E30E43B3A}"/>
                  </a:ext>
                </a:extLst>
              </p:cNvPr>
              <p:cNvSpPr txBox="1"/>
              <p:nvPr/>
            </p:nvSpPr>
            <p:spPr>
              <a:xfrm>
                <a:off x="2251245" y="2200956"/>
                <a:ext cx="17126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4D3CED"/>
                    </a:solidFill>
                    <a:latin typeface="Open Sans Extrabold" panose="020B0906030804020204" pitchFamily="34" charset="0"/>
                    <a:ea typeface="Open Sans Extrabold" panose="020B0906030804020204" pitchFamily="34" charset="0"/>
                    <a:cs typeface="Open Sans Extrabold" panose="020B0906030804020204" pitchFamily="34" charset="0"/>
                  </a:rPr>
                  <a:t>Summarize Text</a:t>
                </a:r>
              </a:p>
            </p:txBody>
          </p:sp>
        </p:grpSp>
        <p:pic>
          <p:nvPicPr>
            <p:cNvPr id="46" name="Graphic 45" descr="Bank with solid fill">
              <a:extLst>
                <a:ext uri="{FF2B5EF4-FFF2-40B4-BE49-F238E27FC236}">
                  <a16:creationId xmlns:a16="http://schemas.microsoft.com/office/drawing/2014/main" id="{135D3E12-7318-BD09-F89B-778AB28BA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5835" y="1465494"/>
              <a:ext cx="457200" cy="4572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4ED59FA-72C7-CB4A-76B5-E4C551686BEB}"/>
              </a:ext>
            </a:extLst>
          </p:cNvPr>
          <p:cNvGrpSpPr/>
          <p:nvPr/>
        </p:nvGrpSpPr>
        <p:grpSpPr>
          <a:xfrm>
            <a:off x="4200978" y="3258012"/>
            <a:ext cx="2685142" cy="1589759"/>
            <a:chOff x="4200978" y="3258012"/>
            <a:chExt cx="2685142" cy="158975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EB1CEF3-ED48-790B-3A97-29B6D7B6899E}"/>
                </a:ext>
              </a:extLst>
            </p:cNvPr>
            <p:cNvSpPr/>
            <p:nvPr/>
          </p:nvSpPr>
          <p:spPr>
            <a:xfrm>
              <a:off x="4200978" y="3817257"/>
              <a:ext cx="2685142" cy="103051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0650">
              <a:gradFill>
                <a:gsLst>
                  <a:gs pos="0">
                    <a:srgbClr val="4D3CED"/>
                  </a:gs>
                  <a:gs pos="100000">
                    <a:srgbClr val="FC0BDC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3442CDB-C658-27AC-15EC-E985DDB9F476}"/>
                </a:ext>
              </a:extLst>
            </p:cNvPr>
            <p:cNvSpPr txBox="1"/>
            <p:nvPr/>
          </p:nvSpPr>
          <p:spPr>
            <a:xfrm>
              <a:off x="4858616" y="3940935"/>
              <a:ext cx="13698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4D3CED"/>
                  </a:solidFill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Generate Quiz</a:t>
              </a:r>
            </a:p>
          </p:txBody>
        </p:sp>
        <p:pic>
          <p:nvPicPr>
            <p:cNvPr id="48" name="Graphic 47" descr="Bar graph with upward trend with solid fill">
              <a:extLst>
                <a:ext uri="{FF2B5EF4-FFF2-40B4-BE49-F238E27FC236}">
                  <a16:creationId xmlns:a16="http://schemas.microsoft.com/office/drawing/2014/main" id="{9A49A319-7505-2366-57AA-B09D7FED6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14949" y="3258012"/>
              <a:ext cx="457200" cy="457200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E875C1D-CB6F-FFCC-C7C1-CD0C5574CE91}"/>
              </a:ext>
            </a:extLst>
          </p:cNvPr>
          <p:cNvGrpSpPr/>
          <p:nvPr/>
        </p:nvGrpSpPr>
        <p:grpSpPr>
          <a:xfrm>
            <a:off x="502084" y="4184803"/>
            <a:ext cx="2685142" cy="1570334"/>
            <a:chOff x="557893" y="3817257"/>
            <a:chExt cx="2685142" cy="157033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CB2266B-8B5B-C91F-099D-B8A6B99055B0}"/>
                </a:ext>
              </a:extLst>
            </p:cNvPr>
            <p:cNvSpPr/>
            <p:nvPr/>
          </p:nvSpPr>
          <p:spPr>
            <a:xfrm>
              <a:off x="557893" y="3817257"/>
              <a:ext cx="2685142" cy="103051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0650">
              <a:gradFill>
                <a:gsLst>
                  <a:gs pos="0">
                    <a:srgbClr val="4D3CED"/>
                  </a:gs>
                  <a:gs pos="100000">
                    <a:srgbClr val="FC0BDC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74E4A2-3EAD-C936-290C-19548710EA39}"/>
                </a:ext>
              </a:extLst>
            </p:cNvPr>
            <p:cNvSpPr txBox="1"/>
            <p:nvPr/>
          </p:nvSpPr>
          <p:spPr>
            <a:xfrm>
              <a:off x="776474" y="4036536"/>
              <a:ext cx="223796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4D3CED"/>
                  </a:solidFill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Add &amp; Organize Notes</a:t>
              </a:r>
            </a:p>
          </p:txBody>
        </p:sp>
        <p:pic>
          <p:nvPicPr>
            <p:cNvPr id="50" name="Graphic 49" descr="Bullseye with solid fill">
              <a:extLst>
                <a:ext uri="{FF2B5EF4-FFF2-40B4-BE49-F238E27FC236}">
                  <a16:creationId xmlns:a16="http://schemas.microsoft.com/office/drawing/2014/main" id="{EEF4D647-A16A-CC7D-35A7-CB31181D0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41235" y="4930391"/>
              <a:ext cx="457200" cy="457200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C9AF147-778A-51E1-96F1-6E5520E8CF6C}"/>
              </a:ext>
            </a:extLst>
          </p:cNvPr>
          <p:cNvGrpSpPr/>
          <p:nvPr/>
        </p:nvGrpSpPr>
        <p:grpSpPr>
          <a:xfrm>
            <a:off x="6719205" y="1479614"/>
            <a:ext cx="2685142" cy="1575639"/>
            <a:chOff x="6719205" y="1479614"/>
            <a:chExt cx="2685142" cy="157563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B32ACF4-14F3-E6AD-F2F2-A8D9AA6198B9}"/>
                </a:ext>
              </a:extLst>
            </p:cNvPr>
            <p:cNvGrpSpPr/>
            <p:nvPr/>
          </p:nvGrpSpPr>
          <p:grpSpPr>
            <a:xfrm>
              <a:off x="6719205" y="2024739"/>
              <a:ext cx="2685142" cy="1030514"/>
              <a:chOff x="6661147" y="1952169"/>
              <a:chExt cx="2685142" cy="1030514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F027D72-D7AC-E24F-ED84-BC0052AB007F}"/>
                  </a:ext>
                </a:extLst>
              </p:cNvPr>
              <p:cNvSpPr/>
              <p:nvPr/>
            </p:nvSpPr>
            <p:spPr>
              <a:xfrm>
                <a:off x="6661147" y="1952169"/>
                <a:ext cx="2685142" cy="103051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0650">
                <a:gradFill>
                  <a:gsLst>
                    <a:gs pos="0">
                      <a:srgbClr val="4D3CED"/>
                    </a:gs>
                    <a:gs pos="100000">
                      <a:srgbClr val="FC0BDC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A30D81-7FB9-BFCD-AF50-C1816459F8B7}"/>
                  </a:ext>
                </a:extLst>
              </p:cNvPr>
              <p:cNvSpPr txBox="1"/>
              <p:nvPr/>
            </p:nvSpPr>
            <p:spPr>
              <a:xfrm>
                <a:off x="7125604" y="2266885"/>
                <a:ext cx="17562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4D3CED"/>
                    </a:solidFill>
                    <a:latin typeface="Open Sans Extrabold" panose="020B0906030804020204" pitchFamily="34" charset="0"/>
                    <a:ea typeface="Open Sans Extrabold" panose="020B0906030804020204" pitchFamily="34" charset="0"/>
                    <a:cs typeface="Open Sans Extrabold" panose="020B0906030804020204" pitchFamily="34" charset="0"/>
                  </a:rPr>
                  <a:t>Explain Word</a:t>
                </a:r>
              </a:p>
            </p:txBody>
          </p:sp>
        </p:grpSp>
        <p:pic>
          <p:nvPicPr>
            <p:cNvPr id="52" name="Graphic 51" descr="Chess pieces with solid fill">
              <a:extLst>
                <a:ext uri="{FF2B5EF4-FFF2-40B4-BE49-F238E27FC236}">
                  <a16:creationId xmlns:a16="http://schemas.microsoft.com/office/drawing/2014/main" id="{6BB4C084-7C6A-7006-5389-EF730FDEE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25012" y="1479614"/>
              <a:ext cx="457200" cy="457200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40AD377-CB61-9A14-00DF-83FF8A771A20}"/>
              </a:ext>
            </a:extLst>
          </p:cNvPr>
          <p:cNvGrpSpPr/>
          <p:nvPr/>
        </p:nvGrpSpPr>
        <p:grpSpPr>
          <a:xfrm>
            <a:off x="7844063" y="3817257"/>
            <a:ext cx="2685142" cy="1588536"/>
            <a:chOff x="7844063" y="3817257"/>
            <a:chExt cx="2685142" cy="158853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48BB2A3-1D86-E810-8DCD-04916EC8A644}"/>
                </a:ext>
              </a:extLst>
            </p:cNvPr>
            <p:cNvSpPr/>
            <p:nvPr/>
          </p:nvSpPr>
          <p:spPr>
            <a:xfrm>
              <a:off x="7844063" y="3817257"/>
              <a:ext cx="2685142" cy="103051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0650">
              <a:gradFill>
                <a:gsLst>
                  <a:gs pos="0">
                    <a:srgbClr val="4D3CED"/>
                  </a:gs>
                  <a:gs pos="100000">
                    <a:srgbClr val="FC0BDC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BC4FBB7-6C16-5100-2C0B-ADAF778078A0}"/>
                </a:ext>
              </a:extLst>
            </p:cNvPr>
            <p:cNvSpPr txBox="1"/>
            <p:nvPr/>
          </p:nvSpPr>
          <p:spPr>
            <a:xfrm>
              <a:off x="8399050" y="3928686"/>
              <a:ext cx="15751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4D3CED"/>
                  </a:solidFill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Create Flashcards</a:t>
              </a:r>
            </a:p>
          </p:txBody>
        </p:sp>
        <p:pic>
          <p:nvPicPr>
            <p:cNvPr id="54" name="Graphic 53" descr="Door Closed with solid fill">
              <a:extLst>
                <a:ext uri="{FF2B5EF4-FFF2-40B4-BE49-F238E27FC236}">
                  <a16:creationId xmlns:a16="http://schemas.microsoft.com/office/drawing/2014/main" id="{640C5BEF-CE10-4A77-0DA1-6FDD034E8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102266" y="4948593"/>
              <a:ext cx="457200" cy="457200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BCE7D65C-FFCD-4236-7F74-12159C89697C}"/>
              </a:ext>
            </a:extLst>
          </p:cNvPr>
          <p:cNvSpPr txBox="1"/>
          <p:nvPr/>
        </p:nvSpPr>
        <p:spPr>
          <a:xfrm>
            <a:off x="1839645" y="25164"/>
            <a:ext cx="79257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>
                    <a:alpha val="50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Agenda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0275E7-6F3B-227F-78A3-5AC54D0DCAE5}"/>
              </a:ext>
            </a:extLst>
          </p:cNvPr>
          <p:cNvSpPr/>
          <p:nvPr/>
        </p:nvSpPr>
        <p:spPr>
          <a:xfrm>
            <a:off x="4230006" y="1095916"/>
            <a:ext cx="2685142" cy="103051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0650">
            <a:gradFill>
              <a:gsLst>
                <a:gs pos="0">
                  <a:srgbClr val="4D3CED"/>
                </a:gs>
                <a:gs pos="100000">
                  <a:srgbClr val="FC0BDC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08AFB-2F2D-CF10-38CA-505849459DE4}"/>
              </a:ext>
            </a:extLst>
          </p:cNvPr>
          <p:cNvSpPr txBox="1"/>
          <p:nvPr/>
        </p:nvSpPr>
        <p:spPr>
          <a:xfrm>
            <a:off x="4448587" y="1315195"/>
            <a:ext cx="2237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D3CED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My History</a:t>
            </a:r>
          </a:p>
        </p:txBody>
      </p:sp>
    </p:spTree>
    <p:extLst>
      <p:ext uri="{BB962C8B-B14F-4D97-AF65-F5344CB8AC3E}">
        <p14:creationId xmlns:p14="http://schemas.microsoft.com/office/powerpoint/2010/main" val="2618227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0D58B-B7B2-C884-437E-8FE402C7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15807E-E432-4AB6-8294-D4F6E0AA52F8}"/>
              </a:ext>
            </a:extLst>
          </p:cNvPr>
          <p:cNvSpPr/>
          <p:nvPr/>
        </p:nvSpPr>
        <p:spPr>
          <a:xfrm>
            <a:off x="0" y="-77792"/>
            <a:ext cx="12192000" cy="7013585"/>
          </a:xfrm>
          <a:prstGeom prst="rect">
            <a:avLst/>
          </a:prstGeom>
          <a:solidFill>
            <a:srgbClr val="171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071776-C3B5-1A2A-F6DA-747D5A9EA407}"/>
              </a:ext>
            </a:extLst>
          </p:cNvPr>
          <p:cNvSpPr/>
          <p:nvPr/>
        </p:nvSpPr>
        <p:spPr>
          <a:xfrm>
            <a:off x="0" y="0"/>
            <a:ext cx="3162300" cy="6858000"/>
          </a:xfrm>
          <a:custGeom>
            <a:avLst/>
            <a:gdLst>
              <a:gd name="connsiteX0" fmla="*/ 0 w 3162300"/>
              <a:gd name="connsiteY0" fmla="*/ 0 h 6858000"/>
              <a:gd name="connsiteX1" fmla="*/ 2107634 w 3162300"/>
              <a:gd name="connsiteY1" fmla="*/ 0 h 6858000"/>
              <a:gd name="connsiteX2" fmla="*/ 2190486 w 3162300"/>
              <a:gd name="connsiteY2" fmla="*/ 101134 h 6858000"/>
              <a:gd name="connsiteX3" fmla="*/ 3162300 w 3162300"/>
              <a:gd name="connsiteY3" fmla="*/ 3429000 h 6858000"/>
              <a:gd name="connsiteX4" fmla="*/ 2190486 w 3162300"/>
              <a:gd name="connsiteY4" fmla="*/ 6756866 h 6858000"/>
              <a:gd name="connsiteX5" fmla="*/ 2107634 w 3162300"/>
              <a:gd name="connsiteY5" fmla="*/ 6858000 h 6858000"/>
              <a:gd name="connsiteX6" fmla="*/ 0 w 3162300"/>
              <a:gd name="connsiteY6" fmla="*/ 6858000 h 6858000"/>
              <a:gd name="connsiteX7" fmla="*/ 0 w 316230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2300" h="6858000">
                <a:moveTo>
                  <a:pt x="0" y="0"/>
                </a:moveTo>
                <a:lnTo>
                  <a:pt x="2107634" y="0"/>
                </a:lnTo>
                <a:lnTo>
                  <a:pt x="2190486" y="101134"/>
                </a:lnTo>
                <a:cubicBezTo>
                  <a:pt x="2780437" y="858466"/>
                  <a:pt x="3162300" y="2067185"/>
                  <a:pt x="3162300" y="3429000"/>
                </a:cubicBezTo>
                <a:cubicBezTo>
                  <a:pt x="3162300" y="4790815"/>
                  <a:pt x="2780437" y="5999534"/>
                  <a:pt x="2190486" y="6756866"/>
                </a:cubicBezTo>
                <a:lnTo>
                  <a:pt x="210763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868691-0EB4-0C76-47CD-AF47AA16DFAC}"/>
              </a:ext>
            </a:extLst>
          </p:cNvPr>
          <p:cNvSpPr/>
          <p:nvPr/>
        </p:nvSpPr>
        <p:spPr>
          <a:xfrm>
            <a:off x="253219" y="1041007"/>
            <a:ext cx="703385" cy="502216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softEdge rad="228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EB6703-C60B-44AF-77CC-EBFF3311FBE3}"/>
              </a:ext>
            </a:extLst>
          </p:cNvPr>
          <p:cNvSpPr/>
          <p:nvPr/>
        </p:nvSpPr>
        <p:spPr>
          <a:xfrm>
            <a:off x="549708" y="661179"/>
            <a:ext cx="1869743" cy="57818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Headline">
            <a:extLst>
              <a:ext uri="{FF2B5EF4-FFF2-40B4-BE49-F238E27FC236}">
                <a16:creationId xmlns:a16="http://schemas.microsoft.com/office/drawing/2014/main" id="{10459DBC-6977-452E-9ACA-544511CDC85B}"/>
              </a:ext>
            </a:extLst>
          </p:cNvPr>
          <p:cNvSpPr txBox="1"/>
          <p:nvPr/>
        </p:nvSpPr>
        <p:spPr>
          <a:xfrm>
            <a:off x="3725062" y="2598004"/>
            <a:ext cx="59650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Graphical user interface(GUI)</a:t>
            </a:r>
            <a:endParaRPr lang="en-US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7BA961-E8D2-4B2C-B38D-4E4F3D9E17F0}"/>
              </a:ext>
            </a:extLst>
          </p:cNvPr>
          <p:cNvSpPr txBox="1"/>
          <p:nvPr/>
        </p:nvSpPr>
        <p:spPr>
          <a:xfrm>
            <a:off x="482497" y="1445410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Add 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0CBB8-763F-4F3D-A567-1D514D5DE6BC}"/>
              </a:ext>
            </a:extLst>
          </p:cNvPr>
          <p:cNvSpPr txBox="1"/>
          <p:nvPr/>
        </p:nvSpPr>
        <p:spPr>
          <a:xfrm>
            <a:off x="482497" y="2154300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Summarize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174743-46EA-44A4-A82B-602411C987F1}"/>
              </a:ext>
            </a:extLst>
          </p:cNvPr>
          <p:cNvSpPr txBox="1"/>
          <p:nvPr/>
        </p:nvSpPr>
        <p:spPr>
          <a:xfrm>
            <a:off x="482497" y="2813028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Generate Quiz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265F8-EE4C-4A9F-A90A-B85EBEDF3E12}"/>
              </a:ext>
            </a:extLst>
          </p:cNvPr>
          <p:cNvSpPr txBox="1"/>
          <p:nvPr/>
        </p:nvSpPr>
        <p:spPr>
          <a:xfrm>
            <a:off x="482498" y="3452089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Explain Word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29BF2B-AE3D-45A9-BB92-2648CC9C3935}"/>
              </a:ext>
            </a:extLst>
          </p:cNvPr>
          <p:cNvSpPr txBox="1"/>
          <p:nvPr/>
        </p:nvSpPr>
        <p:spPr>
          <a:xfrm>
            <a:off x="482498" y="4091150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Create Flashcards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7192C0-EA3D-4791-8EAC-C79ACCE2F951}"/>
              </a:ext>
            </a:extLst>
          </p:cNvPr>
          <p:cNvSpPr txBox="1"/>
          <p:nvPr/>
        </p:nvSpPr>
        <p:spPr>
          <a:xfrm>
            <a:off x="498678" y="4866965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My History</a:t>
            </a:r>
          </a:p>
        </p:txBody>
      </p:sp>
    </p:spTree>
    <p:extLst>
      <p:ext uri="{BB962C8B-B14F-4D97-AF65-F5344CB8AC3E}">
        <p14:creationId xmlns:p14="http://schemas.microsoft.com/office/powerpoint/2010/main" val="3397492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54DE-F6C3-85AC-25DF-FA9DC6567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47398F9-0845-A869-BD71-B5CC72191DE6}"/>
              </a:ext>
            </a:extLst>
          </p:cNvPr>
          <p:cNvSpPr/>
          <p:nvPr/>
        </p:nvSpPr>
        <p:spPr>
          <a:xfrm>
            <a:off x="0" y="28888"/>
            <a:ext cx="12192000" cy="7013585"/>
          </a:xfrm>
          <a:prstGeom prst="rect">
            <a:avLst/>
          </a:prstGeom>
          <a:solidFill>
            <a:srgbClr val="171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4D9D1DE-00DB-CA82-5E34-C4DE74612336}"/>
              </a:ext>
            </a:extLst>
          </p:cNvPr>
          <p:cNvSpPr/>
          <p:nvPr/>
        </p:nvSpPr>
        <p:spPr>
          <a:xfrm>
            <a:off x="0" y="0"/>
            <a:ext cx="3162300" cy="6858000"/>
          </a:xfrm>
          <a:custGeom>
            <a:avLst/>
            <a:gdLst>
              <a:gd name="connsiteX0" fmla="*/ 0 w 3162300"/>
              <a:gd name="connsiteY0" fmla="*/ 0 h 6858000"/>
              <a:gd name="connsiteX1" fmla="*/ 2107634 w 3162300"/>
              <a:gd name="connsiteY1" fmla="*/ 0 h 6858000"/>
              <a:gd name="connsiteX2" fmla="*/ 2190486 w 3162300"/>
              <a:gd name="connsiteY2" fmla="*/ 101134 h 6858000"/>
              <a:gd name="connsiteX3" fmla="*/ 3162300 w 3162300"/>
              <a:gd name="connsiteY3" fmla="*/ 3429000 h 6858000"/>
              <a:gd name="connsiteX4" fmla="*/ 2190486 w 3162300"/>
              <a:gd name="connsiteY4" fmla="*/ 6756866 h 6858000"/>
              <a:gd name="connsiteX5" fmla="*/ 2107634 w 3162300"/>
              <a:gd name="connsiteY5" fmla="*/ 6858000 h 6858000"/>
              <a:gd name="connsiteX6" fmla="*/ 0 w 3162300"/>
              <a:gd name="connsiteY6" fmla="*/ 6858000 h 6858000"/>
              <a:gd name="connsiteX7" fmla="*/ 0 w 316230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2300" h="6858000">
                <a:moveTo>
                  <a:pt x="0" y="0"/>
                </a:moveTo>
                <a:lnTo>
                  <a:pt x="2107634" y="0"/>
                </a:lnTo>
                <a:lnTo>
                  <a:pt x="2190486" y="101134"/>
                </a:lnTo>
                <a:cubicBezTo>
                  <a:pt x="2780437" y="858466"/>
                  <a:pt x="3162300" y="2067185"/>
                  <a:pt x="3162300" y="3429000"/>
                </a:cubicBezTo>
                <a:cubicBezTo>
                  <a:pt x="3162300" y="4790815"/>
                  <a:pt x="2780437" y="5999534"/>
                  <a:pt x="2190486" y="6756866"/>
                </a:cubicBezTo>
                <a:lnTo>
                  <a:pt x="210763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FB22A1-5664-BE24-D63D-73B5E90053CF}"/>
              </a:ext>
            </a:extLst>
          </p:cNvPr>
          <p:cNvSpPr/>
          <p:nvPr/>
        </p:nvSpPr>
        <p:spPr>
          <a:xfrm>
            <a:off x="253219" y="1041007"/>
            <a:ext cx="703385" cy="502216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softEdge rad="228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78C72B-577D-CD5B-103C-E34F10E57858}"/>
              </a:ext>
            </a:extLst>
          </p:cNvPr>
          <p:cNvSpPr/>
          <p:nvPr/>
        </p:nvSpPr>
        <p:spPr>
          <a:xfrm>
            <a:off x="549708" y="661179"/>
            <a:ext cx="1869743" cy="57818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3CA3C1-A40D-6CC7-5985-B85D96F2AD35}"/>
              </a:ext>
            </a:extLst>
          </p:cNvPr>
          <p:cNvSpPr txBox="1"/>
          <p:nvPr/>
        </p:nvSpPr>
        <p:spPr>
          <a:xfrm>
            <a:off x="482497" y="2154300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Summarize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AF0741-31AF-351A-4177-B728F92B31B5}"/>
              </a:ext>
            </a:extLst>
          </p:cNvPr>
          <p:cNvSpPr txBox="1"/>
          <p:nvPr/>
        </p:nvSpPr>
        <p:spPr>
          <a:xfrm>
            <a:off x="482497" y="2813028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Generate Quiz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054BDE-6E62-4FBE-AC70-9389B8764D76}"/>
              </a:ext>
            </a:extLst>
          </p:cNvPr>
          <p:cNvSpPr txBox="1"/>
          <p:nvPr/>
        </p:nvSpPr>
        <p:spPr>
          <a:xfrm>
            <a:off x="482498" y="3452089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Explain Word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E9DAC8-E86C-C3A2-40B2-8AB322496072}"/>
              </a:ext>
            </a:extLst>
          </p:cNvPr>
          <p:cNvSpPr txBox="1"/>
          <p:nvPr/>
        </p:nvSpPr>
        <p:spPr>
          <a:xfrm>
            <a:off x="482498" y="4091150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Create Flashcards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F19676-7DE5-DED8-1B54-817F0E42C931}"/>
              </a:ext>
            </a:extLst>
          </p:cNvPr>
          <p:cNvSpPr txBox="1"/>
          <p:nvPr/>
        </p:nvSpPr>
        <p:spPr>
          <a:xfrm>
            <a:off x="498678" y="4866965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My History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9E6A75-8418-10B8-C5BB-570F6F705091}"/>
              </a:ext>
            </a:extLst>
          </p:cNvPr>
          <p:cNvGrpSpPr/>
          <p:nvPr/>
        </p:nvGrpSpPr>
        <p:grpSpPr>
          <a:xfrm>
            <a:off x="253219" y="1386131"/>
            <a:ext cx="2378700" cy="648694"/>
            <a:chOff x="312007" y="1012347"/>
            <a:chExt cx="2378700" cy="648694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54333123-F337-DD4F-C5AD-0DD4A7CE9EF2}"/>
                </a:ext>
              </a:extLst>
            </p:cNvPr>
            <p:cNvSpPr/>
            <p:nvPr/>
          </p:nvSpPr>
          <p:spPr>
            <a:xfrm>
              <a:off x="312007" y="1012347"/>
              <a:ext cx="2378700" cy="4782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2CF402BB-6245-65E9-2FD8-DE71BE1E1FED}"/>
                </a:ext>
              </a:extLst>
            </p:cNvPr>
            <p:cNvSpPr/>
            <p:nvPr/>
          </p:nvSpPr>
          <p:spPr>
            <a:xfrm flipH="1" flipV="1">
              <a:off x="312007" y="1489739"/>
              <a:ext cx="255737" cy="171302"/>
            </a:xfrm>
            <a:prstGeom prst="rtTriangle">
              <a:avLst/>
            </a:pr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01BDAF9-156B-D965-80C4-62520A783E62}"/>
              </a:ext>
            </a:extLst>
          </p:cNvPr>
          <p:cNvSpPr txBox="1"/>
          <p:nvPr/>
        </p:nvSpPr>
        <p:spPr>
          <a:xfrm>
            <a:off x="532256" y="1452115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60066"/>
                </a:solidFill>
                <a:latin typeface="SansSerif" panose="00000400000000000000" pitchFamily="2" charset="2"/>
              </a:rPr>
              <a:t>Add Notes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B5BA8F-233A-625B-3A32-44FC1ECDC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32" y="245462"/>
            <a:ext cx="3764013" cy="3987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9AB12E-6DB0-A336-CD03-11DEC9018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430" y="245462"/>
            <a:ext cx="4066092" cy="3987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BAB404-694A-EA85-0BDF-8460AF480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206" y="4653276"/>
            <a:ext cx="1867161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78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031CB-31FF-EE2F-CCBD-570C5865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717DBE8-B454-4739-FF0C-4168CF019E78}"/>
              </a:ext>
            </a:extLst>
          </p:cNvPr>
          <p:cNvSpPr/>
          <p:nvPr/>
        </p:nvSpPr>
        <p:spPr>
          <a:xfrm>
            <a:off x="0" y="-77792"/>
            <a:ext cx="12192000" cy="7013585"/>
          </a:xfrm>
          <a:prstGeom prst="rect">
            <a:avLst/>
          </a:prstGeom>
          <a:solidFill>
            <a:srgbClr val="171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671403A-576F-C43B-3663-C1A9F961EF91}"/>
              </a:ext>
            </a:extLst>
          </p:cNvPr>
          <p:cNvSpPr/>
          <p:nvPr/>
        </p:nvSpPr>
        <p:spPr>
          <a:xfrm>
            <a:off x="0" y="0"/>
            <a:ext cx="3162300" cy="6858000"/>
          </a:xfrm>
          <a:custGeom>
            <a:avLst/>
            <a:gdLst>
              <a:gd name="connsiteX0" fmla="*/ 0 w 3162300"/>
              <a:gd name="connsiteY0" fmla="*/ 0 h 6858000"/>
              <a:gd name="connsiteX1" fmla="*/ 2107634 w 3162300"/>
              <a:gd name="connsiteY1" fmla="*/ 0 h 6858000"/>
              <a:gd name="connsiteX2" fmla="*/ 2190486 w 3162300"/>
              <a:gd name="connsiteY2" fmla="*/ 101134 h 6858000"/>
              <a:gd name="connsiteX3" fmla="*/ 3162300 w 3162300"/>
              <a:gd name="connsiteY3" fmla="*/ 3429000 h 6858000"/>
              <a:gd name="connsiteX4" fmla="*/ 2190486 w 3162300"/>
              <a:gd name="connsiteY4" fmla="*/ 6756866 h 6858000"/>
              <a:gd name="connsiteX5" fmla="*/ 2107634 w 3162300"/>
              <a:gd name="connsiteY5" fmla="*/ 6858000 h 6858000"/>
              <a:gd name="connsiteX6" fmla="*/ 0 w 3162300"/>
              <a:gd name="connsiteY6" fmla="*/ 6858000 h 6858000"/>
              <a:gd name="connsiteX7" fmla="*/ 0 w 316230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2300" h="6858000">
                <a:moveTo>
                  <a:pt x="0" y="0"/>
                </a:moveTo>
                <a:lnTo>
                  <a:pt x="2107634" y="0"/>
                </a:lnTo>
                <a:lnTo>
                  <a:pt x="2190486" y="101134"/>
                </a:lnTo>
                <a:cubicBezTo>
                  <a:pt x="2780437" y="858466"/>
                  <a:pt x="3162300" y="2067185"/>
                  <a:pt x="3162300" y="3429000"/>
                </a:cubicBezTo>
                <a:cubicBezTo>
                  <a:pt x="3162300" y="4790815"/>
                  <a:pt x="2780437" y="5999534"/>
                  <a:pt x="2190486" y="6756866"/>
                </a:cubicBezTo>
                <a:lnTo>
                  <a:pt x="210763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66F240-61AF-1C18-B574-EBC691AB7E92}"/>
              </a:ext>
            </a:extLst>
          </p:cNvPr>
          <p:cNvSpPr/>
          <p:nvPr/>
        </p:nvSpPr>
        <p:spPr>
          <a:xfrm>
            <a:off x="253219" y="1041007"/>
            <a:ext cx="703385" cy="502216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softEdge rad="228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2A4B37-D1D4-370C-81FD-A319ADBCE183}"/>
              </a:ext>
            </a:extLst>
          </p:cNvPr>
          <p:cNvSpPr/>
          <p:nvPr/>
        </p:nvSpPr>
        <p:spPr>
          <a:xfrm>
            <a:off x="549708" y="661179"/>
            <a:ext cx="1869743" cy="57818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3358AA-7188-2B92-3C78-5996F273C66F}"/>
              </a:ext>
            </a:extLst>
          </p:cNvPr>
          <p:cNvGrpSpPr/>
          <p:nvPr/>
        </p:nvGrpSpPr>
        <p:grpSpPr>
          <a:xfrm>
            <a:off x="325674" y="2108853"/>
            <a:ext cx="2378700" cy="648694"/>
            <a:chOff x="312007" y="1012347"/>
            <a:chExt cx="2378700" cy="648694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04328E04-ED64-064F-1465-11681ED84013}"/>
                </a:ext>
              </a:extLst>
            </p:cNvPr>
            <p:cNvSpPr/>
            <p:nvPr/>
          </p:nvSpPr>
          <p:spPr>
            <a:xfrm>
              <a:off x="312007" y="1012347"/>
              <a:ext cx="2378700" cy="4782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690FD0F6-FB74-D029-711A-8FF19DE031B7}"/>
                </a:ext>
              </a:extLst>
            </p:cNvPr>
            <p:cNvSpPr/>
            <p:nvPr/>
          </p:nvSpPr>
          <p:spPr>
            <a:xfrm flipH="1" flipV="1">
              <a:off x="312007" y="1489739"/>
              <a:ext cx="255737" cy="171302"/>
            </a:xfrm>
            <a:prstGeom prst="rtTriangle">
              <a:avLst/>
            </a:pr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EDCC08E-4F2A-AF28-A1EF-248EA407D230}"/>
              </a:ext>
            </a:extLst>
          </p:cNvPr>
          <p:cNvSpPr txBox="1"/>
          <p:nvPr/>
        </p:nvSpPr>
        <p:spPr>
          <a:xfrm>
            <a:off x="532256" y="1452115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Add 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A6BD15-9FDE-15E9-A325-03668C69BF59}"/>
              </a:ext>
            </a:extLst>
          </p:cNvPr>
          <p:cNvSpPr txBox="1"/>
          <p:nvPr/>
        </p:nvSpPr>
        <p:spPr>
          <a:xfrm>
            <a:off x="482497" y="2154300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60066"/>
                </a:solidFill>
                <a:latin typeface="SansSerif" panose="00000400000000000000" pitchFamily="2" charset="2"/>
              </a:rPr>
              <a:t>Summarize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9AE805-64A5-616B-EDB7-1B7A3D96CA60}"/>
              </a:ext>
            </a:extLst>
          </p:cNvPr>
          <p:cNvSpPr txBox="1"/>
          <p:nvPr/>
        </p:nvSpPr>
        <p:spPr>
          <a:xfrm>
            <a:off x="482497" y="2813028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Generate Quiz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5DDD1E-A97A-5A8B-5CB0-0CEEB1ECBD1E}"/>
              </a:ext>
            </a:extLst>
          </p:cNvPr>
          <p:cNvSpPr txBox="1"/>
          <p:nvPr/>
        </p:nvSpPr>
        <p:spPr>
          <a:xfrm>
            <a:off x="482498" y="3452089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Explain Word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A8D13C-4ADA-7EE5-02C6-E75A5F6D44C7}"/>
              </a:ext>
            </a:extLst>
          </p:cNvPr>
          <p:cNvSpPr txBox="1"/>
          <p:nvPr/>
        </p:nvSpPr>
        <p:spPr>
          <a:xfrm>
            <a:off x="482498" y="4091150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Create Flashcards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2E6327-BC73-AFD2-0AEC-598314525BFB}"/>
              </a:ext>
            </a:extLst>
          </p:cNvPr>
          <p:cNvSpPr txBox="1"/>
          <p:nvPr/>
        </p:nvSpPr>
        <p:spPr>
          <a:xfrm>
            <a:off x="498678" y="4866965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My History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1C6F63-7C3F-A4F1-B290-E1AFDC367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988" y="829070"/>
            <a:ext cx="3895417" cy="4037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F5D201-B9B9-4231-62BE-FAB1A9A4A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789" y="829069"/>
            <a:ext cx="4095849" cy="403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36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C7D45-3800-B582-FE06-111A2BD2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EE890A7-5773-08E7-A0D0-16DB3E3B2ED9}"/>
              </a:ext>
            </a:extLst>
          </p:cNvPr>
          <p:cNvSpPr/>
          <p:nvPr/>
        </p:nvSpPr>
        <p:spPr>
          <a:xfrm>
            <a:off x="0" y="-77792"/>
            <a:ext cx="12192000" cy="7013585"/>
          </a:xfrm>
          <a:prstGeom prst="rect">
            <a:avLst/>
          </a:prstGeom>
          <a:solidFill>
            <a:srgbClr val="171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008F65D-5638-7470-C374-D35ACFE6D976}"/>
              </a:ext>
            </a:extLst>
          </p:cNvPr>
          <p:cNvSpPr/>
          <p:nvPr/>
        </p:nvSpPr>
        <p:spPr>
          <a:xfrm>
            <a:off x="0" y="0"/>
            <a:ext cx="3162300" cy="6858000"/>
          </a:xfrm>
          <a:custGeom>
            <a:avLst/>
            <a:gdLst>
              <a:gd name="connsiteX0" fmla="*/ 0 w 3162300"/>
              <a:gd name="connsiteY0" fmla="*/ 0 h 6858000"/>
              <a:gd name="connsiteX1" fmla="*/ 2107634 w 3162300"/>
              <a:gd name="connsiteY1" fmla="*/ 0 h 6858000"/>
              <a:gd name="connsiteX2" fmla="*/ 2190486 w 3162300"/>
              <a:gd name="connsiteY2" fmla="*/ 101134 h 6858000"/>
              <a:gd name="connsiteX3" fmla="*/ 3162300 w 3162300"/>
              <a:gd name="connsiteY3" fmla="*/ 3429000 h 6858000"/>
              <a:gd name="connsiteX4" fmla="*/ 2190486 w 3162300"/>
              <a:gd name="connsiteY4" fmla="*/ 6756866 h 6858000"/>
              <a:gd name="connsiteX5" fmla="*/ 2107634 w 3162300"/>
              <a:gd name="connsiteY5" fmla="*/ 6858000 h 6858000"/>
              <a:gd name="connsiteX6" fmla="*/ 0 w 3162300"/>
              <a:gd name="connsiteY6" fmla="*/ 6858000 h 6858000"/>
              <a:gd name="connsiteX7" fmla="*/ 0 w 316230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2300" h="6858000">
                <a:moveTo>
                  <a:pt x="0" y="0"/>
                </a:moveTo>
                <a:lnTo>
                  <a:pt x="2107634" y="0"/>
                </a:lnTo>
                <a:lnTo>
                  <a:pt x="2190486" y="101134"/>
                </a:lnTo>
                <a:cubicBezTo>
                  <a:pt x="2780437" y="858466"/>
                  <a:pt x="3162300" y="2067185"/>
                  <a:pt x="3162300" y="3429000"/>
                </a:cubicBezTo>
                <a:cubicBezTo>
                  <a:pt x="3162300" y="4790815"/>
                  <a:pt x="2780437" y="5999534"/>
                  <a:pt x="2190486" y="6756866"/>
                </a:cubicBezTo>
                <a:lnTo>
                  <a:pt x="210763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8FC6D1-0ADA-145D-4119-9F57EE9E7D7D}"/>
              </a:ext>
            </a:extLst>
          </p:cNvPr>
          <p:cNvSpPr/>
          <p:nvPr/>
        </p:nvSpPr>
        <p:spPr>
          <a:xfrm>
            <a:off x="253219" y="1041007"/>
            <a:ext cx="703385" cy="502216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softEdge rad="228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C3F028-E6DB-02B7-0FF4-66CBB0C7E080}"/>
              </a:ext>
            </a:extLst>
          </p:cNvPr>
          <p:cNvSpPr/>
          <p:nvPr/>
        </p:nvSpPr>
        <p:spPr>
          <a:xfrm>
            <a:off x="549708" y="661179"/>
            <a:ext cx="1869743" cy="57818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3FD95B-32D3-B366-E7D9-DED3390BD210}"/>
              </a:ext>
            </a:extLst>
          </p:cNvPr>
          <p:cNvGrpSpPr/>
          <p:nvPr/>
        </p:nvGrpSpPr>
        <p:grpSpPr>
          <a:xfrm>
            <a:off x="332646" y="2730237"/>
            <a:ext cx="2378700" cy="648694"/>
            <a:chOff x="312007" y="1012347"/>
            <a:chExt cx="2378700" cy="648694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00F7EF27-EA82-B56A-86DF-A3FF3A578F31}"/>
                </a:ext>
              </a:extLst>
            </p:cNvPr>
            <p:cNvSpPr/>
            <p:nvPr/>
          </p:nvSpPr>
          <p:spPr>
            <a:xfrm>
              <a:off x="312007" y="1012347"/>
              <a:ext cx="2378700" cy="4782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D52AC22D-FF6F-BD65-5C69-C38415F5C73B}"/>
                </a:ext>
              </a:extLst>
            </p:cNvPr>
            <p:cNvSpPr/>
            <p:nvPr/>
          </p:nvSpPr>
          <p:spPr>
            <a:xfrm flipH="1" flipV="1">
              <a:off x="312007" y="1489739"/>
              <a:ext cx="255737" cy="171302"/>
            </a:xfrm>
            <a:prstGeom prst="rtTriangle">
              <a:avLst/>
            </a:pr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D0CA8D6-3B55-CA76-2F7F-0CC4099EB493}"/>
              </a:ext>
            </a:extLst>
          </p:cNvPr>
          <p:cNvSpPr txBox="1"/>
          <p:nvPr/>
        </p:nvSpPr>
        <p:spPr>
          <a:xfrm>
            <a:off x="532256" y="1452115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Add 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0BA7D6-7AB6-ED44-EC47-2E7D1DDFE673}"/>
              </a:ext>
            </a:extLst>
          </p:cNvPr>
          <p:cNvSpPr txBox="1"/>
          <p:nvPr/>
        </p:nvSpPr>
        <p:spPr>
          <a:xfrm>
            <a:off x="482497" y="2154300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Summarize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50090A-2465-484B-1CE4-423EEA3EE440}"/>
              </a:ext>
            </a:extLst>
          </p:cNvPr>
          <p:cNvSpPr txBox="1"/>
          <p:nvPr/>
        </p:nvSpPr>
        <p:spPr>
          <a:xfrm>
            <a:off x="482497" y="2813028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60066"/>
                </a:solidFill>
                <a:latin typeface="SansSerif" panose="00000400000000000000" pitchFamily="2" charset="2"/>
              </a:rPr>
              <a:t>Generate Quiz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52E548-C4C8-EAFC-F73B-A8B33454D8A2}"/>
              </a:ext>
            </a:extLst>
          </p:cNvPr>
          <p:cNvSpPr txBox="1"/>
          <p:nvPr/>
        </p:nvSpPr>
        <p:spPr>
          <a:xfrm>
            <a:off x="482498" y="3452089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Explain Word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60EECC-4D6B-7440-140A-829C38F9FF70}"/>
              </a:ext>
            </a:extLst>
          </p:cNvPr>
          <p:cNvSpPr txBox="1"/>
          <p:nvPr/>
        </p:nvSpPr>
        <p:spPr>
          <a:xfrm>
            <a:off x="482498" y="4091150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Create Flashcards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4146DC-4875-E870-1FD2-9DDD633F525C}"/>
              </a:ext>
            </a:extLst>
          </p:cNvPr>
          <p:cNvSpPr txBox="1"/>
          <p:nvPr/>
        </p:nvSpPr>
        <p:spPr>
          <a:xfrm>
            <a:off x="498678" y="4866965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My History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D627B6-AF11-1740-E069-BC422AF4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151" y="319548"/>
            <a:ext cx="3716343" cy="4171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25ACC0-6656-A6C3-B56A-F738A7AB4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902" y="319548"/>
            <a:ext cx="3716343" cy="417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C1F3F-8697-9142-2928-C936FEE8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22DB7A2-A220-C21E-D598-59E22737F1E3}"/>
              </a:ext>
            </a:extLst>
          </p:cNvPr>
          <p:cNvSpPr/>
          <p:nvPr/>
        </p:nvSpPr>
        <p:spPr>
          <a:xfrm>
            <a:off x="0" y="-77792"/>
            <a:ext cx="12192000" cy="7013585"/>
          </a:xfrm>
          <a:prstGeom prst="rect">
            <a:avLst/>
          </a:prstGeom>
          <a:solidFill>
            <a:srgbClr val="171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8AE846D-A4DE-3E1F-F961-82B5A9073A32}"/>
              </a:ext>
            </a:extLst>
          </p:cNvPr>
          <p:cNvSpPr/>
          <p:nvPr/>
        </p:nvSpPr>
        <p:spPr>
          <a:xfrm>
            <a:off x="0" y="0"/>
            <a:ext cx="3162300" cy="6858000"/>
          </a:xfrm>
          <a:custGeom>
            <a:avLst/>
            <a:gdLst>
              <a:gd name="connsiteX0" fmla="*/ 0 w 3162300"/>
              <a:gd name="connsiteY0" fmla="*/ 0 h 6858000"/>
              <a:gd name="connsiteX1" fmla="*/ 2107634 w 3162300"/>
              <a:gd name="connsiteY1" fmla="*/ 0 h 6858000"/>
              <a:gd name="connsiteX2" fmla="*/ 2190486 w 3162300"/>
              <a:gd name="connsiteY2" fmla="*/ 101134 h 6858000"/>
              <a:gd name="connsiteX3" fmla="*/ 3162300 w 3162300"/>
              <a:gd name="connsiteY3" fmla="*/ 3429000 h 6858000"/>
              <a:gd name="connsiteX4" fmla="*/ 2190486 w 3162300"/>
              <a:gd name="connsiteY4" fmla="*/ 6756866 h 6858000"/>
              <a:gd name="connsiteX5" fmla="*/ 2107634 w 3162300"/>
              <a:gd name="connsiteY5" fmla="*/ 6858000 h 6858000"/>
              <a:gd name="connsiteX6" fmla="*/ 0 w 3162300"/>
              <a:gd name="connsiteY6" fmla="*/ 6858000 h 6858000"/>
              <a:gd name="connsiteX7" fmla="*/ 0 w 316230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2300" h="6858000">
                <a:moveTo>
                  <a:pt x="0" y="0"/>
                </a:moveTo>
                <a:lnTo>
                  <a:pt x="2107634" y="0"/>
                </a:lnTo>
                <a:lnTo>
                  <a:pt x="2190486" y="101134"/>
                </a:lnTo>
                <a:cubicBezTo>
                  <a:pt x="2780437" y="858466"/>
                  <a:pt x="3162300" y="2067185"/>
                  <a:pt x="3162300" y="3429000"/>
                </a:cubicBezTo>
                <a:cubicBezTo>
                  <a:pt x="3162300" y="4790815"/>
                  <a:pt x="2780437" y="5999534"/>
                  <a:pt x="2190486" y="6756866"/>
                </a:cubicBezTo>
                <a:lnTo>
                  <a:pt x="210763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AC2D5FA-0D14-967E-3B55-C670B234BEFA}"/>
              </a:ext>
            </a:extLst>
          </p:cNvPr>
          <p:cNvSpPr/>
          <p:nvPr/>
        </p:nvSpPr>
        <p:spPr>
          <a:xfrm>
            <a:off x="253219" y="1041007"/>
            <a:ext cx="703385" cy="502216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softEdge rad="228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2FF96C-77D5-338F-8553-E69585057A9B}"/>
              </a:ext>
            </a:extLst>
          </p:cNvPr>
          <p:cNvSpPr/>
          <p:nvPr/>
        </p:nvSpPr>
        <p:spPr>
          <a:xfrm>
            <a:off x="549708" y="661179"/>
            <a:ext cx="1869743" cy="57818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28BB24-217A-FC0F-C2AD-DD5953EC6F4F}"/>
              </a:ext>
            </a:extLst>
          </p:cNvPr>
          <p:cNvGrpSpPr/>
          <p:nvPr/>
        </p:nvGrpSpPr>
        <p:grpSpPr>
          <a:xfrm>
            <a:off x="350971" y="3422173"/>
            <a:ext cx="2378700" cy="648694"/>
            <a:chOff x="312007" y="1012347"/>
            <a:chExt cx="2378700" cy="648694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6BF9AD4B-B903-DE2C-FD6A-88E307889A10}"/>
                </a:ext>
              </a:extLst>
            </p:cNvPr>
            <p:cNvSpPr/>
            <p:nvPr/>
          </p:nvSpPr>
          <p:spPr>
            <a:xfrm>
              <a:off x="312007" y="1012347"/>
              <a:ext cx="2378700" cy="4782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209769C4-6CC5-23BB-1C02-803975276CEE}"/>
                </a:ext>
              </a:extLst>
            </p:cNvPr>
            <p:cNvSpPr/>
            <p:nvPr/>
          </p:nvSpPr>
          <p:spPr>
            <a:xfrm flipH="1" flipV="1">
              <a:off x="312007" y="1489739"/>
              <a:ext cx="255737" cy="171302"/>
            </a:xfrm>
            <a:prstGeom prst="rtTriangle">
              <a:avLst/>
            </a:pr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A11B63E-0A2D-4040-30E6-3FA0403C3D5A}"/>
              </a:ext>
            </a:extLst>
          </p:cNvPr>
          <p:cNvSpPr txBox="1"/>
          <p:nvPr/>
        </p:nvSpPr>
        <p:spPr>
          <a:xfrm>
            <a:off x="532256" y="1452115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Add 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9A43F6-4A18-2497-EE5E-D3B6325546EA}"/>
              </a:ext>
            </a:extLst>
          </p:cNvPr>
          <p:cNvSpPr txBox="1"/>
          <p:nvPr/>
        </p:nvSpPr>
        <p:spPr>
          <a:xfrm>
            <a:off x="482497" y="2154300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Summarize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00F4F4-3548-D0A4-BBEF-2CF1B45F9922}"/>
              </a:ext>
            </a:extLst>
          </p:cNvPr>
          <p:cNvSpPr txBox="1"/>
          <p:nvPr/>
        </p:nvSpPr>
        <p:spPr>
          <a:xfrm>
            <a:off x="482497" y="2813028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Generate Quiz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E18D7D-1636-3494-481F-1979DB963771}"/>
              </a:ext>
            </a:extLst>
          </p:cNvPr>
          <p:cNvSpPr txBox="1"/>
          <p:nvPr/>
        </p:nvSpPr>
        <p:spPr>
          <a:xfrm>
            <a:off x="482498" y="3452089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60066"/>
                </a:solidFill>
                <a:latin typeface="SansSerif" panose="00000400000000000000" pitchFamily="2" charset="2"/>
              </a:rPr>
              <a:t>Explain Word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C21AD6-9CFF-2883-B4F9-D23D63B21093}"/>
              </a:ext>
            </a:extLst>
          </p:cNvPr>
          <p:cNvSpPr txBox="1"/>
          <p:nvPr/>
        </p:nvSpPr>
        <p:spPr>
          <a:xfrm>
            <a:off x="482498" y="4091150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Create Flashcards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4DB662-7591-A27C-D18C-43F0E2C07AF5}"/>
              </a:ext>
            </a:extLst>
          </p:cNvPr>
          <p:cNvSpPr txBox="1"/>
          <p:nvPr/>
        </p:nvSpPr>
        <p:spPr>
          <a:xfrm>
            <a:off x="498678" y="4866965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My History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D0575F-9873-C370-0C7B-2FBF9B054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101" y="942628"/>
            <a:ext cx="3844186" cy="3924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C748B1-F36F-C19F-4108-E89239189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561" y="919725"/>
            <a:ext cx="3860473" cy="394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03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9C65F-A8BC-1E2B-420D-93A80C49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B4A703D-E844-63F7-D47E-DE097A9A9000}"/>
              </a:ext>
            </a:extLst>
          </p:cNvPr>
          <p:cNvSpPr/>
          <p:nvPr/>
        </p:nvSpPr>
        <p:spPr>
          <a:xfrm>
            <a:off x="0" y="-77792"/>
            <a:ext cx="12192000" cy="7013585"/>
          </a:xfrm>
          <a:prstGeom prst="rect">
            <a:avLst/>
          </a:prstGeom>
          <a:solidFill>
            <a:srgbClr val="171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7C4E939-9A33-7F21-1B70-B3F76EC4ADC9}"/>
              </a:ext>
            </a:extLst>
          </p:cNvPr>
          <p:cNvSpPr/>
          <p:nvPr/>
        </p:nvSpPr>
        <p:spPr>
          <a:xfrm>
            <a:off x="0" y="0"/>
            <a:ext cx="3162300" cy="6858000"/>
          </a:xfrm>
          <a:custGeom>
            <a:avLst/>
            <a:gdLst>
              <a:gd name="connsiteX0" fmla="*/ 0 w 3162300"/>
              <a:gd name="connsiteY0" fmla="*/ 0 h 6858000"/>
              <a:gd name="connsiteX1" fmla="*/ 2107634 w 3162300"/>
              <a:gd name="connsiteY1" fmla="*/ 0 h 6858000"/>
              <a:gd name="connsiteX2" fmla="*/ 2190486 w 3162300"/>
              <a:gd name="connsiteY2" fmla="*/ 101134 h 6858000"/>
              <a:gd name="connsiteX3" fmla="*/ 3162300 w 3162300"/>
              <a:gd name="connsiteY3" fmla="*/ 3429000 h 6858000"/>
              <a:gd name="connsiteX4" fmla="*/ 2190486 w 3162300"/>
              <a:gd name="connsiteY4" fmla="*/ 6756866 h 6858000"/>
              <a:gd name="connsiteX5" fmla="*/ 2107634 w 3162300"/>
              <a:gd name="connsiteY5" fmla="*/ 6858000 h 6858000"/>
              <a:gd name="connsiteX6" fmla="*/ 0 w 3162300"/>
              <a:gd name="connsiteY6" fmla="*/ 6858000 h 6858000"/>
              <a:gd name="connsiteX7" fmla="*/ 0 w 316230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2300" h="6858000">
                <a:moveTo>
                  <a:pt x="0" y="0"/>
                </a:moveTo>
                <a:lnTo>
                  <a:pt x="2107634" y="0"/>
                </a:lnTo>
                <a:lnTo>
                  <a:pt x="2190486" y="101134"/>
                </a:lnTo>
                <a:cubicBezTo>
                  <a:pt x="2780437" y="858466"/>
                  <a:pt x="3162300" y="2067185"/>
                  <a:pt x="3162300" y="3429000"/>
                </a:cubicBezTo>
                <a:cubicBezTo>
                  <a:pt x="3162300" y="4790815"/>
                  <a:pt x="2780437" y="5999534"/>
                  <a:pt x="2190486" y="6756866"/>
                </a:cubicBezTo>
                <a:lnTo>
                  <a:pt x="210763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52E859-4573-6306-01DC-93F7F276BA63}"/>
              </a:ext>
            </a:extLst>
          </p:cNvPr>
          <p:cNvSpPr/>
          <p:nvPr/>
        </p:nvSpPr>
        <p:spPr>
          <a:xfrm>
            <a:off x="253219" y="1041007"/>
            <a:ext cx="703385" cy="502216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softEdge rad="228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31F0E5-B6A8-B0B6-AF7A-7420AB7DFE6E}"/>
              </a:ext>
            </a:extLst>
          </p:cNvPr>
          <p:cNvSpPr/>
          <p:nvPr/>
        </p:nvSpPr>
        <p:spPr>
          <a:xfrm>
            <a:off x="549708" y="661179"/>
            <a:ext cx="1869743" cy="57818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4303CC-1E27-9821-67DE-12FE3CE143A2}"/>
              </a:ext>
            </a:extLst>
          </p:cNvPr>
          <p:cNvGrpSpPr/>
          <p:nvPr/>
        </p:nvGrpSpPr>
        <p:grpSpPr>
          <a:xfrm>
            <a:off x="325674" y="3998967"/>
            <a:ext cx="2728280" cy="648694"/>
            <a:chOff x="312007" y="1012347"/>
            <a:chExt cx="2378700" cy="648694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60EA50F6-09D3-01A8-3337-CA6129A856FE}"/>
                </a:ext>
              </a:extLst>
            </p:cNvPr>
            <p:cNvSpPr/>
            <p:nvPr/>
          </p:nvSpPr>
          <p:spPr>
            <a:xfrm>
              <a:off x="312007" y="1012347"/>
              <a:ext cx="2378700" cy="4782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8CD17C8D-8B9A-0E8D-EC07-A5DE922D79B4}"/>
                </a:ext>
              </a:extLst>
            </p:cNvPr>
            <p:cNvSpPr/>
            <p:nvPr/>
          </p:nvSpPr>
          <p:spPr>
            <a:xfrm flipH="1" flipV="1">
              <a:off x="312007" y="1489739"/>
              <a:ext cx="255737" cy="171302"/>
            </a:xfrm>
            <a:prstGeom prst="rtTriangle">
              <a:avLst/>
            </a:pr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0EE0842-5054-7226-6FAE-AC49CD4ACE02}"/>
              </a:ext>
            </a:extLst>
          </p:cNvPr>
          <p:cNvSpPr txBox="1"/>
          <p:nvPr/>
        </p:nvSpPr>
        <p:spPr>
          <a:xfrm>
            <a:off x="532256" y="1452115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Add 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3E6375-A401-DC63-E1A5-EB9DC8F5361E}"/>
              </a:ext>
            </a:extLst>
          </p:cNvPr>
          <p:cNvSpPr txBox="1"/>
          <p:nvPr/>
        </p:nvSpPr>
        <p:spPr>
          <a:xfrm>
            <a:off x="482497" y="2154300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Summarize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81CA80-5FCF-776F-C558-0729B25DC580}"/>
              </a:ext>
            </a:extLst>
          </p:cNvPr>
          <p:cNvSpPr txBox="1"/>
          <p:nvPr/>
        </p:nvSpPr>
        <p:spPr>
          <a:xfrm>
            <a:off x="482497" y="2813028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Generate Quiz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773357-7C01-1BD9-264F-D43E0463633D}"/>
              </a:ext>
            </a:extLst>
          </p:cNvPr>
          <p:cNvSpPr txBox="1"/>
          <p:nvPr/>
        </p:nvSpPr>
        <p:spPr>
          <a:xfrm>
            <a:off x="482498" y="3452089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Explain Word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2E7C51-317B-73FB-1090-8DEDAF033AA5}"/>
              </a:ext>
            </a:extLst>
          </p:cNvPr>
          <p:cNvSpPr txBox="1"/>
          <p:nvPr/>
        </p:nvSpPr>
        <p:spPr>
          <a:xfrm>
            <a:off x="482498" y="4091150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60066"/>
                </a:solidFill>
                <a:latin typeface="SansSerif" panose="00000400000000000000" pitchFamily="2" charset="2"/>
              </a:rPr>
              <a:t>Create Flashcards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0BCE13-B62B-15A9-A11F-BE9CD152EF13}"/>
              </a:ext>
            </a:extLst>
          </p:cNvPr>
          <p:cNvSpPr txBox="1"/>
          <p:nvPr/>
        </p:nvSpPr>
        <p:spPr>
          <a:xfrm>
            <a:off x="498678" y="4866965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My</a:t>
            </a:r>
            <a:r>
              <a:rPr lang="en-US" sz="2000" b="1" dirty="0">
                <a:solidFill>
                  <a:srgbClr val="660066"/>
                </a:solidFill>
                <a:latin typeface="SansSerif" panose="00000400000000000000" pitchFamily="2" charset="2"/>
              </a:rPr>
              <a:t>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History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DB944E-35F7-26B3-E5AB-00F8A1AC4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326" y="525320"/>
            <a:ext cx="3844396" cy="3839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E5652E-61CC-FB09-36CE-16789FA30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443" y="507652"/>
            <a:ext cx="3844395" cy="391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41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96A2-0B66-5328-7E45-05E2F2B5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A40B96D-6776-C66F-535F-429DE71FB42A}"/>
              </a:ext>
            </a:extLst>
          </p:cNvPr>
          <p:cNvSpPr/>
          <p:nvPr/>
        </p:nvSpPr>
        <p:spPr>
          <a:xfrm>
            <a:off x="0" y="-77792"/>
            <a:ext cx="12192000" cy="7013585"/>
          </a:xfrm>
          <a:prstGeom prst="rect">
            <a:avLst/>
          </a:prstGeom>
          <a:solidFill>
            <a:srgbClr val="171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B41852A-7922-68B5-8792-C8EFBCA32345}"/>
              </a:ext>
            </a:extLst>
          </p:cNvPr>
          <p:cNvSpPr/>
          <p:nvPr/>
        </p:nvSpPr>
        <p:spPr>
          <a:xfrm>
            <a:off x="0" y="0"/>
            <a:ext cx="3162300" cy="6858000"/>
          </a:xfrm>
          <a:custGeom>
            <a:avLst/>
            <a:gdLst>
              <a:gd name="connsiteX0" fmla="*/ 0 w 3162300"/>
              <a:gd name="connsiteY0" fmla="*/ 0 h 6858000"/>
              <a:gd name="connsiteX1" fmla="*/ 2107634 w 3162300"/>
              <a:gd name="connsiteY1" fmla="*/ 0 h 6858000"/>
              <a:gd name="connsiteX2" fmla="*/ 2190486 w 3162300"/>
              <a:gd name="connsiteY2" fmla="*/ 101134 h 6858000"/>
              <a:gd name="connsiteX3" fmla="*/ 3162300 w 3162300"/>
              <a:gd name="connsiteY3" fmla="*/ 3429000 h 6858000"/>
              <a:gd name="connsiteX4" fmla="*/ 2190486 w 3162300"/>
              <a:gd name="connsiteY4" fmla="*/ 6756866 h 6858000"/>
              <a:gd name="connsiteX5" fmla="*/ 2107634 w 3162300"/>
              <a:gd name="connsiteY5" fmla="*/ 6858000 h 6858000"/>
              <a:gd name="connsiteX6" fmla="*/ 0 w 3162300"/>
              <a:gd name="connsiteY6" fmla="*/ 6858000 h 6858000"/>
              <a:gd name="connsiteX7" fmla="*/ 0 w 316230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2300" h="6858000">
                <a:moveTo>
                  <a:pt x="0" y="0"/>
                </a:moveTo>
                <a:lnTo>
                  <a:pt x="2107634" y="0"/>
                </a:lnTo>
                <a:lnTo>
                  <a:pt x="2190486" y="101134"/>
                </a:lnTo>
                <a:cubicBezTo>
                  <a:pt x="2780437" y="858466"/>
                  <a:pt x="3162300" y="2067185"/>
                  <a:pt x="3162300" y="3429000"/>
                </a:cubicBezTo>
                <a:cubicBezTo>
                  <a:pt x="3162300" y="4790815"/>
                  <a:pt x="2780437" y="5999534"/>
                  <a:pt x="2190486" y="6756866"/>
                </a:cubicBezTo>
                <a:lnTo>
                  <a:pt x="210763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A51E931-AC60-599F-EE64-425187F95781}"/>
              </a:ext>
            </a:extLst>
          </p:cNvPr>
          <p:cNvSpPr/>
          <p:nvPr/>
        </p:nvSpPr>
        <p:spPr>
          <a:xfrm>
            <a:off x="253219" y="1041007"/>
            <a:ext cx="703385" cy="502216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softEdge rad="228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F8908D-A138-7938-8682-58E1EF7F82AB}"/>
              </a:ext>
            </a:extLst>
          </p:cNvPr>
          <p:cNvSpPr/>
          <p:nvPr/>
        </p:nvSpPr>
        <p:spPr>
          <a:xfrm>
            <a:off x="549708" y="661179"/>
            <a:ext cx="1869743" cy="578182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8FD18D-5C3F-750B-211C-524098143976}"/>
              </a:ext>
            </a:extLst>
          </p:cNvPr>
          <p:cNvGrpSpPr/>
          <p:nvPr/>
        </p:nvGrpSpPr>
        <p:grpSpPr>
          <a:xfrm>
            <a:off x="295229" y="4817436"/>
            <a:ext cx="2378700" cy="648694"/>
            <a:chOff x="312007" y="1012347"/>
            <a:chExt cx="2378700" cy="648694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7361B665-2887-E869-F7C3-75B3A70DBBBA}"/>
                </a:ext>
              </a:extLst>
            </p:cNvPr>
            <p:cNvSpPr/>
            <p:nvPr/>
          </p:nvSpPr>
          <p:spPr>
            <a:xfrm>
              <a:off x="312007" y="1012347"/>
              <a:ext cx="2378700" cy="478296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71288393-FBD2-5D92-0389-34AA6DD6F5C0}"/>
                </a:ext>
              </a:extLst>
            </p:cNvPr>
            <p:cNvSpPr/>
            <p:nvPr/>
          </p:nvSpPr>
          <p:spPr>
            <a:xfrm flipH="1" flipV="1">
              <a:off x="312007" y="1489739"/>
              <a:ext cx="255737" cy="171302"/>
            </a:xfrm>
            <a:prstGeom prst="rtTriangle">
              <a:avLst/>
            </a:pr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BD6911F-CF7C-21AB-26CF-FC2A4958E012}"/>
              </a:ext>
            </a:extLst>
          </p:cNvPr>
          <p:cNvSpPr txBox="1"/>
          <p:nvPr/>
        </p:nvSpPr>
        <p:spPr>
          <a:xfrm>
            <a:off x="532256" y="1452115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Add 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05A644-21BC-0069-59D0-97D6CD666F33}"/>
              </a:ext>
            </a:extLst>
          </p:cNvPr>
          <p:cNvSpPr txBox="1"/>
          <p:nvPr/>
        </p:nvSpPr>
        <p:spPr>
          <a:xfrm>
            <a:off x="482497" y="2154300"/>
            <a:ext cx="235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Summarize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71B528-AEA3-A5B8-B1BF-6AC9D46C82E7}"/>
              </a:ext>
            </a:extLst>
          </p:cNvPr>
          <p:cNvSpPr txBox="1"/>
          <p:nvPr/>
        </p:nvSpPr>
        <p:spPr>
          <a:xfrm>
            <a:off x="482497" y="2813028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Generate Quiz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8C491C-F5F3-DD79-61E8-EF1915636DE2}"/>
              </a:ext>
            </a:extLst>
          </p:cNvPr>
          <p:cNvSpPr txBox="1"/>
          <p:nvPr/>
        </p:nvSpPr>
        <p:spPr>
          <a:xfrm>
            <a:off x="482498" y="3452089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Explain Word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97CF8D-3C6C-1EC1-D90A-F6EA883D79A6}"/>
              </a:ext>
            </a:extLst>
          </p:cNvPr>
          <p:cNvSpPr txBox="1"/>
          <p:nvPr/>
        </p:nvSpPr>
        <p:spPr>
          <a:xfrm>
            <a:off x="482498" y="4091150"/>
            <a:ext cx="2571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ansSerif" panose="00000400000000000000" pitchFamily="2" charset="2"/>
              </a:rPr>
              <a:t>Create Flashcards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CBB6C0-0C0E-180E-E366-A9E16B3D6A5E}"/>
              </a:ext>
            </a:extLst>
          </p:cNvPr>
          <p:cNvSpPr txBox="1"/>
          <p:nvPr/>
        </p:nvSpPr>
        <p:spPr>
          <a:xfrm>
            <a:off x="498678" y="4866965"/>
            <a:ext cx="237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60066"/>
                </a:solidFill>
                <a:latin typeface="SansSerif" panose="00000400000000000000" pitchFamily="2" charset="2"/>
              </a:rPr>
              <a:t>My History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50A6D3-ACBD-B976-29ED-110E789DA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789" y="480744"/>
            <a:ext cx="7885538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50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65929B0-1A86-46EE-97DC-501D8B11C244}"/>
              </a:ext>
            </a:extLst>
          </p:cNvPr>
          <p:cNvSpPr/>
          <p:nvPr/>
        </p:nvSpPr>
        <p:spPr>
          <a:xfrm rot="5400000">
            <a:off x="1930400" y="-1930400"/>
            <a:ext cx="8331200" cy="12192000"/>
          </a:xfrm>
          <a:custGeom>
            <a:avLst/>
            <a:gdLst>
              <a:gd name="connsiteX0" fmla="*/ 0 w 3162300"/>
              <a:gd name="connsiteY0" fmla="*/ 0 h 6858000"/>
              <a:gd name="connsiteX1" fmla="*/ 2107634 w 3162300"/>
              <a:gd name="connsiteY1" fmla="*/ 0 h 6858000"/>
              <a:gd name="connsiteX2" fmla="*/ 2190486 w 3162300"/>
              <a:gd name="connsiteY2" fmla="*/ 101134 h 6858000"/>
              <a:gd name="connsiteX3" fmla="*/ 3162300 w 3162300"/>
              <a:gd name="connsiteY3" fmla="*/ 3429000 h 6858000"/>
              <a:gd name="connsiteX4" fmla="*/ 2190486 w 3162300"/>
              <a:gd name="connsiteY4" fmla="*/ 6756866 h 6858000"/>
              <a:gd name="connsiteX5" fmla="*/ 2107634 w 3162300"/>
              <a:gd name="connsiteY5" fmla="*/ 6858000 h 6858000"/>
              <a:gd name="connsiteX6" fmla="*/ 0 w 3162300"/>
              <a:gd name="connsiteY6" fmla="*/ 6858000 h 6858000"/>
              <a:gd name="connsiteX7" fmla="*/ 0 w 3162300"/>
              <a:gd name="connsiteY7" fmla="*/ 0 h 6858000"/>
              <a:gd name="connsiteX0" fmla="*/ 0 w 2484076"/>
              <a:gd name="connsiteY0" fmla="*/ 0 h 6858000"/>
              <a:gd name="connsiteX1" fmla="*/ 2107634 w 2484076"/>
              <a:gd name="connsiteY1" fmla="*/ 0 h 6858000"/>
              <a:gd name="connsiteX2" fmla="*/ 2190486 w 2484076"/>
              <a:gd name="connsiteY2" fmla="*/ 101134 h 6858000"/>
              <a:gd name="connsiteX3" fmla="*/ 2298891 w 2484076"/>
              <a:gd name="connsiteY3" fmla="*/ 3346450 h 6858000"/>
              <a:gd name="connsiteX4" fmla="*/ 2190486 w 2484076"/>
              <a:gd name="connsiteY4" fmla="*/ 6756866 h 6858000"/>
              <a:gd name="connsiteX5" fmla="*/ 2107634 w 2484076"/>
              <a:gd name="connsiteY5" fmla="*/ 6858000 h 6858000"/>
              <a:gd name="connsiteX6" fmla="*/ 0 w 2484076"/>
              <a:gd name="connsiteY6" fmla="*/ 6858000 h 6858000"/>
              <a:gd name="connsiteX7" fmla="*/ 0 w 2484076"/>
              <a:gd name="connsiteY7" fmla="*/ 0 h 6858000"/>
              <a:gd name="connsiteX0" fmla="*/ 0 w 2559175"/>
              <a:gd name="connsiteY0" fmla="*/ 0 h 6858000"/>
              <a:gd name="connsiteX1" fmla="*/ 2107634 w 2559175"/>
              <a:gd name="connsiteY1" fmla="*/ 0 h 6858000"/>
              <a:gd name="connsiteX2" fmla="*/ 2190486 w 2559175"/>
              <a:gd name="connsiteY2" fmla="*/ 101134 h 6858000"/>
              <a:gd name="connsiteX3" fmla="*/ 2298891 w 2559175"/>
              <a:gd name="connsiteY3" fmla="*/ 3346450 h 6858000"/>
              <a:gd name="connsiteX4" fmla="*/ 2291130 w 2559175"/>
              <a:gd name="connsiteY4" fmla="*/ 3327866 h 6858000"/>
              <a:gd name="connsiteX5" fmla="*/ 2107634 w 2559175"/>
              <a:gd name="connsiteY5" fmla="*/ 6858000 h 6858000"/>
              <a:gd name="connsiteX6" fmla="*/ 0 w 2559175"/>
              <a:gd name="connsiteY6" fmla="*/ 6858000 h 6858000"/>
              <a:gd name="connsiteX7" fmla="*/ 0 w 2559175"/>
              <a:gd name="connsiteY7" fmla="*/ 0 h 6858000"/>
              <a:gd name="connsiteX0" fmla="*/ 0 w 2556554"/>
              <a:gd name="connsiteY0" fmla="*/ 0 h 6858000"/>
              <a:gd name="connsiteX1" fmla="*/ 2107634 w 2556554"/>
              <a:gd name="connsiteY1" fmla="*/ 0 h 6858000"/>
              <a:gd name="connsiteX2" fmla="*/ 2259347 w 2556554"/>
              <a:gd name="connsiteY2" fmla="*/ 3320584 h 6858000"/>
              <a:gd name="connsiteX3" fmla="*/ 2298891 w 2556554"/>
              <a:gd name="connsiteY3" fmla="*/ 3346450 h 6858000"/>
              <a:gd name="connsiteX4" fmla="*/ 2291130 w 2556554"/>
              <a:gd name="connsiteY4" fmla="*/ 3327866 h 6858000"/>
              <a:gd name="connsiteX5" fmla="*/ 2107634 w 2556554"/>
              <a:gd name="connsiteY5" fmla="*/ 6858000 h 6858000"/>
              <a:gd name="connsiteX6" fmla="*/ 0 w 2556554"/>
              <a:gd name="connsiteY6" fmla="*/ 6858000 h 6858000"/>
              <a:gd name="connsiteX7" fmla="*/ 0 w 2556554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56554" h="6858000">
                <a:moveTo>
                  <a:pt x="0" y="0"/>
                </a:moveTo>
                <a:lnTo>
                  <a:pt x="2107634" y="0"/>
                </a:lnTo>
                <a:lnTo>
                  <a:pt x="2259347" y="3320584"/>
                </a:lnTo>
                <a:cubicBezTo>
                  <a:pt x="2849298" y="4077916"/>
                  <a:pt x="2293594" y="3345236"/>
                  <a:pt x="2298891" y="3346450"/>
                </a:cubicBezTo>
                <a:cubicBezTo>
                  <a:pt x="2304188" y="3347664"/>
                  <a:pt x="2881081" y="2570534"/>
                  <a:pt x="2291130" y="3327866"/>
                </a:cubicBezTo>
                <a:lnTo>
                  <a:pt x="210763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46D7FF-38FE-4E31-A621-65196B351876}"/>
              </a:ext>
            </a:extLst>
          </p:cNvPr>
          <p:cNvSpPr/>
          <p:nvPr/>
        </p:nvSpPr>
        <p:spPr>
          <a:xfrm rot="18870927" flipV="1">
            <a:off x="5135183" y="-136583"/>
            <a:ext cx="656083" cy="8321040"/>
          </a:xfrm>
          <a:prstGeom prst="rect">
            <a:avLst/>
          </a:prstGeom>
          <a:gradFill>
            <a:gsLst>
              <a:gs pos="94000">
                <a:schemeClr val="tx1">
                  <a:alpha val="48000"/>
                </a:schemeClr>
              </a:gs>
              <a:gs pos="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380B30C-7162-4C4B-BE1A-AE73915856A4}"/>
              </a:ext>
            </a:extLst>
          </p:cNvPr>
          <p:cNvGrpSpPr/>
          <p:nvPr/>
        </p:nvGrpSpPr>
        <p:grpSpPr>
          <a:xfrm>
            <a:off x="4135754" y="2355521"/>
            <a:ext cx="1934913" cy="1919694"/>
            <a:chOff x="4135754" y="2355521"/>
            <a:chExt cx="1934913" cy="19196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CC4CAF-8436-41A1-933B-C394924F1021}"/>
                </a:ext>
              </a:extLst>
            </p:cNvPr>
            <p:cNvSpPr/>
            <p:nvPr/>
          </p:nvSpPr>
          <p:spPr>
            <a:xfrm flipH="1" flipV="1">
              <a:off x="4135754" y="2355521"/>
              <a:ext cx="1934913" cy="1919694"/>
            </a:xfrm>
            <a:custGeom>
              <a:avLst/>
              <a:gdLst>
                <a:gd name="connsiteX0" fmla="*/ 246797 w 1934913"/>
                <a:gd name="connsiteY0" fmla="*/ 0 h 1919694"/>
                <a:gd name="connsiteX1" fmla="*/ 1597282 w 1934913"/>
                <a:gd name="connsiteY1" fmla="*/ 0 h 1919694"/>
                <a:gd name="connsiteX2" fmla="*/ 1934913 w 1934913"/>
                <a:gd name="connsiteY2" fmla="*/ 337631 h 1919694"/>
                <a:gd name="connsiteX3" fmla="*/ 1934913 w 1934913"/>
                <a:gd name="connsiteY3" fmla="*/ 1688116 h 1919694"/>
                <a:gd name="connsiteX4" fmla="*/ 1877251 w 1934913"/>
                <a:gd name="connsiteY4" fmla="*/ 1876889 h 1919694"/>
                <a:gd name="connsiteX5" fmla="*/ 1841934 w 1934913"/>
                <a:gd name="connsiteY5" fmla="*/ 1919694 h 1919694"/>
                <a:gd name="connsiteX6" fmla="*/ 0 w 1934913"/>
                <a:gd name="connsiteY6" fmla="*/ 108654 h 1919694"/>
                <a:gd name="connsiteX7" fmla="*/ 8056 w 1934913"/>
                <a:gd name="connsiteY7" fmla="*/ 98890 h 1919694"/>
                <a:gd name="connsiteX8" fmla="*/ 246797 w 1934913"/>
                <a:gd name="connsiteY8" fmla="*/ 0 h 1919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4913" h="1919694">
                  <a:moveTo>
                    <a:pt x="246797" y="0"/>
                  </a:moveTo>
                  <a:lnTo>
                    <a:pt x="1597282" y="0"/>
                  </a:lnTo>
                  <a:cubicBezTo>
                    <a:pt x="1783750" y="0"/>
                    <a:pt x="1934913" y="151163"/>
                    <a:pt x="1934913" y="337631"/>
                  </a:cubicBezTo>
                  <a:lnTo>
                    <a:pt x="1934913" y="1688116"/>
                  </a:lnTo>
                  <a:cubicBezTo>
                    <a:pt x="1934913" y="1758042"/>
                    <a:pt x="1913656" y="1823002"/>
                    <a:pt x="1877251" y="1876889"/>
                  </a:cubicBezTo>
                  <a:lnTo>
                    <a:pt x="1841934" y="1919694"/>
                  </a:lnTo>
                  <a:lnTo>
                    <a:pt x="0" y="108654"/>
                  </a:lnTo>
                  <a:lnTo>
                    <a:pt x="8056" y="98890"/>
                  </a:lnTo>
                  <a:cubicBezTo>
                    <a:pt x="69155" y="37791"/>
                    <a:pt x="153563" y="0"/>
                    <a:pt x="246797" y="0"/>
                  </a:cubicBezTo>
                  <a:close/>
                </a:path>
              </a:pathLst>
            </a:custGeom>
            <a:gradFill flip="none" rotWithShape="1">
              <a:gsLst>
                <a:gs pos="14000">
                  <a:srgbClr val="CC3300"/>
                </a:gs>
                <a:gs pos="100000">
                  <a:srgbClr val="FF99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C7738D-1023-4070-B328-E97F153D199B}"/>
                </a:ext>
              </a:extLst>
            </p:cNvPr>
            <p:cNvSpPr txBox="1"/>
            <p:nvPr/>
          </p:nvSpPr>
          <p:spPr>
            <a:xfrm>
              <a:off x="4413746" y="3316051"/>
              <a:ext cx="7585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02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2CFC16D-A39C-4B10-AC93-D4C200F338A0}"/>
              </a:ext>
            </a:extLst>
          </p:cNvPr>
          <p:cNvGrpSpPr/>
          <p:nvPr/>
        </p:nvGrpSpPr>
        <p:grpSpPr>
          <a:xfrm>
            <a:off x="6005355" y="4174224"/>
            <a:ext cx="1934913" cy="1919694"/>
            <a:chOff x="6005355" y="4174224"/>
            <a:chExt cx="1934913" cy="191969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FB3E13-B667-4214-AD08-BDB8F28D6375}"/>
                </a:ext>
              </a:extLst>
            </p:cNvPr>
            <p:cNvSpPr/>
            <p:nvPr/>
          </p:nvSpPr>
          <p:spPr>
            <a:xfrm flipH="1" flipV="1">
              <a:off x="6005355" y="4174224"/>
              <a:ext cx="1934913" cy="1919694"/>
            </a:xfrm>
            <a:custGeom>
              <a:avLst/>
              <a:gdLst>
                <a:gd name="connsiteX0" fmla="*/ 246797 w 1934913"/>
                <a:gd name="connsiteY0" fmla="*/ 0 h 1919694"/>
                <a:gd name="connsiteX1" fmla="*/ 1597282 w 1934913"/>
                <a:gd name="connsiteY1" fmla="*/ 0 h 1919694"/>
                <a:gd name="connsiteX2" fmla="*/ 1934913 w 1934913"/>
                <a:gd name="connsiteY2" fmla="*/ 337631 h 1919694"/>
                <a:gd name="connsiteX3" fmla="*/ 1934913 w 1934913"/>
                <a:gd name="connsiteY3" fmla="*/ 1688116 h 1919694"/>
                <a:gd name="connsiteX4" fmla="*/ 1877251 w 1934913"/>
                <a:gd name="connsiteY4" fmla="*/ 1876889 h 1919694"/>
                <a:gd name="connsiteX5" fmla="*/ 1841934 w 1934913"/>
                <a:gd name="connsiteY5" fmla="*/ 1919694 h 1919694"/>
                <a:gd name="connsiteX6" fmla="*/ 0 w 1934913"/>
                <a:gd name="connsiteY6" fmla="*/ 108654 h 1919694"/>
                <a:gd name="connsiteX7" fmla="*/ 8056 w 1934913"/>
                <a:gd name="connsiteY7" fmla="*/ 98890 h 1919694"/>
                <a:gd name="connsiteX8" fmla="*/ 246797 w 1934913"/>
                <a:gd name="connsiteY8" fmla="*/ 0 h 1919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4913" h="1919694">
                  <a:moveTo>
                    <a:pt x="246797" y="0"/>
                  </a:moveTo>
                  <a:lnTo>
                    <a:pt x="1597282" y="0"/>
                  </a:lnTo>
                  <a:cubicBezTo>
                    <a:pt x="1783750" y="0"/>
                    <a:pt x="1934913" y="151163"/>
                    <a:pt x="1934913" y="337631"/>
                  </a:cubicBezTo>
                  <a:lnTo>
                    <a:pt x="1934913" y="1688116"/>
                  </a:lnTo>
                  <a:cubicBezTo>
                    <a:pt x="1934913" y="1758042"/>
                    <a:pt x="1913656" y="1823002"/>
                    <a:pt x="1877251" y="1876889"/>
                  </a:cubicBezTo>
                  <a:lnTo>
                    <a:pt x="1841934" y="1919694"/>
                  </a:lnTo>
                  <a:lnTo>
                    <a:pt x="0" y="108654"/>
                  </a:lnTo>
                  <a:lnTo>
                    <a:pt x="8056" y="98890"/>
                  </a:lnTo>
                  <a:cubicBezTo>
                    <a:pt x="69155" y="37791"/>
                    <a:pt x="153563" y="0"/>
                    <a:pt x="246797" y="0"/>
                  </a:cubicBezTo>
                  <a:close/>
                </a:path>
              </a:pathLst>
            </a:custGeom>
            <a:gradFill flip="none" rotWithShape="1">
              <a:gsLst>
                <a:gs pos="14000">
                  <a:srgbClr val="006666"/>
                </a:gs>
                <a:gs pos="100000">
                  <a:srgbClr val="00999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6DE1C7-8BFC-4504-AF58-06991FF3B106}"/>
                </a:ext>
              </a:extLst>
            </p:cNvPr>
            <p:cNvSpPr txBox="1"/>
            <p:nvPr/>
          </p:nvSpPr>
          <p:spPr>
            <a:xfrm>
              <a:off x="6246083" y="5145095"/>
              <a:ext cx="7585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04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01D6A75-1EF7-4476-B638-F22F53EEB1F2}"/>
              </a:ext>
            </a:extLst>
          </p:cNvPr>
          <p:cNvSpPr/>
          <p:nvPr/>
        </p:nvSpPr>
        <p:spPr>
          <a:xfrm rot="18870927" flipH="1">
            <a:off x="5655892" y="-403711"/>
            <a:ext cx="45719" cy="8321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76200" dir="8100000" algn="tr" rotWithShape="0">
              <a:prstClr val="black">
                <a:alpha val="4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3E83405-B511-4690-842F-088BBA39BB1E}"/>
              </a:ext>
            </a:extLst>
          </p:cNvPr>
          <p:cNvGrpSpPr/>
          <p:nvPr/>
        </p:nvGrpSpPr>
        <p:grpSpPr>
          <a:xfrm>
            <a:off x="3303949" y="1353837"/>
            <a:ext cx="1934913" cy="1919694"/>
            <a:chOff x="3303949" y="1353837"/>
            <a:chExt cx="1934913" cy="191969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C3B6268-FDDA-498B-A356-C01B1048F77F}"/>
                </a:ext>
              </a:extLst>
            </p:cNvPr>
            <p:cNvSpPr/>
            <p:nvPr/>
          </p:nvSpPr>
          <p:spPr>
            <a:xfrm>
              <a:off x="3303949" y="1353837"/>
              <a:ext cx="1934913" cy="1919694"/>
            </a:xfrm>
            <a:custGeom>
              <a:avLst/>
              <a:gdLst>
                <a:gd name="connsiteX0" fmla="*/ 246797 w 1934913"/>
                <a:gd name="connsiteY0" fmla="*/ 0 h 1919694"/>
                <a:gd name="connsiteX1" fmla="*/ 1597282 w 1934913"/>
                <a:gd name="connsiteY1" fmla="*/ 0 h 1919694"/>
                <a:gd name="connsiteX2" fmla="*/ 1934913 w 1934913"/>
                <a:gd name="connsiteY2" fmla="*/ 337631 h 1919694"/>
                <a:gd name="connsiteX3" fmla="*/ 1934913 w 1934913"/>
                <a:gd name="connsiteY3" fmla="*/ 1688116 h 1919694"/>
                <a:gd name="connsiteX4" fmla="*/ 1877251 w 1934913"/>
                <a:gd name="connsiteY4" fmla="*/ 1876889 h 1919694"/>
                <a:gd name="connsiteX5" fmla="*/ 1841934 w 1934913"/>
                <a:gd name="connsiteY5" fmla="*/ 1919694 h 1919694"/>
                <a:gd name="connsiteX6" fmla="*/ 0 w 1934913"/>
                <a:gd name="connsiteY6" fmla="*/ 108654 h 1919694"/>
                <a:gd name="connsiteX7" fmla="*/ 8056 w 1934913"/>
                <a:gd name="connsiteY7" fmla="*/ 98890 h 1919694"/>
                <a:gd name="connsiteX8" fmla="*/ 246797 w 1934913"/>
                <a:gd name="connsiteY8" fmla="*/ 0 h 1919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4913" h="1919694">
                  <a:moveTo>
                    <a:pt x="246797" y="0"/>
                  </a:moveTo>
                  <a:lnTo>
                    <a:pt x="1597282" y="0"/>
                  </a:lnTo>
                  <a:cubicBezTo>
                    <a:pt x="1783750" y="0"/>
                    <a:pt x="1934913" y="151163"/>
                    <a:pt x="1934913" y="337631"/>
                  </a:cubicBezTo>
                  <a:lnTo>
                    <a:pt x="1934913" y="1688116"/>
                  </a:lnTo>
                  <a:cubicBezTo>
                    <a:pt x="1934913" y="1758042"/>
                    <a:pt x="1913656" y="1823002"/>
                    <a:pt x="1877251" y="1876889"/>
                  </a:cubicBezTo>
                  <a:lnTo>
                    <a:pt x="1841934" y="1919694"/>
                  </a:lnTo>
                  <a:lnTo>
                    <a:pt x="0" y="108654"/>
                  </a:lnTo>
                  <a:lnTo>
                    <a:pt x="8056" y="98890"/>
                  </a:lnTo>
                  <a:cubicBezTo>
                    <a:pt x="69155" y="37791"/>
                    <a:pt x="153563" y="0"/>
                    <a:pt x="246797" y="0"/>
                  </a:cubicBezTo>
                  <a:close/>
                </a:path>
              </a:pathLst>
            </a:custGeom>
            <a:gradFill flip="none" rotWithShape="1">
              <a:gsLst>
                <a:gs pos="14000">
                  <a:srgbClr val="000066"/>
                </a:gs>
                <a:gs pos="100000">
                  <a:srgbClr val="3333F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49AEB2-191C-4D1D-AE45-7B24710AE096}"/>
                </a:ext>
              </a:extLst>
            </p:cNvPr>
            <p:cNvSpPr txBox="1"/>
            <p:nvPr/>
          </p:nvSpPr>
          <p:spPr>
            <a:xfrm>
              <a:off x="4135754" y="1605798"/>
              <a:ext cx="7585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01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3AB22DA-2787-4542-88A1-C8686F537610}"/>
              </a:ext>
            </a:extLst>
          </p:cNvPr>
          <p:cNvGrpSpPr/>
          <p:nvPr/>
        </p:nvGrpSpPr>
        <p:grpSpPr>
          <a:xfrm>
            <a:off x="5173550" y="3186188"/>
            <a:ext cx="1934913" cy="1919694"/>
            <a:chOff x="5173550" y="3172540"/>
            <a:chExt cx="1934913" cy="191969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68F8E4-966A-477C-A89A-F24AF71FE678}"/>
                </a:ext>
              </a:extLst>
            </p:cNvPr>
            <p:cNvSpPr/>
            <p:nvPr/>
          </p:nvSpPr>
          <p:spPr>
            <a:xfrm>
              <a:off x="5173550" y="3172540"/>
              <a:ext cx="1934913" cy="1919694"/>
            </a:xfrm>
            <a:custGeom>
              <a:avLst/>
              <a:gdLst>
                <a:gd name="connsiteX0" fmla="*/ 246797 w 1934913"/>
                <a:gd name="connsiteY0" fmla="*/ 0 h 1919694"/>
                <a:gd name="connsiteX1" fmla="*/ 1597282 w 1934913"/>
                <a:gd name="connsiteY1" fmla="*/ 0 h 1919694"/>
                <a:gd name="connsiteX2" fmla="*/ 1934913 w 1934913"/>
                <a:gd name="connsiteY2" fmla="*/ 337631 h 1919694"/>
                <a:gd name="connsiteX3" fmla="*/ 1934913 w 1934913"/>
                <a:gd name="connsiteY3" fmla="*/ 1688116 h 1919694"/>
                <a:gd name="connsiteX4" fmla="*/ 1877251 w 1934913"/>
                <a:gd name="connsiteY4" fmla="*/ 1876889 h 1919694"/>
                <a:gd name="connsiteX5" fmla="*/ 1841934 w 1934913"/>
                <a:gd name="connsiteY5" fmla="*/ 1919694 h 1919694"/>
                <a:gd name="connsiteX6" fmla="*/ 0 w 1934913"/>
                <a:gd name="connsiteY6" fmla="*/ 108654 h 1919694"/>
                <a:gd name="connsiteX7" fmla="*/ 8056 w 1934913"/>
                <a:gd name="connsiteY7" fmla="*/ 98890 h 1919694"/>
                <a:gd name="connsiteX8" fmla="*/ 246797 w 1934913"/>
                <a:gd name="connsiteY8" fmla="*/ 0 h 1919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4913" h="1919694">
                  <a:moveTo>
                    <a:pt x="246797" y="0"/>
                  </a:moveTo>
                  <a:lnTo>
                    <a:pt x="1597282" y="0"/>
                  </a:lnTo>
                  <a:cubicBezTo>
                    <a:pt x="1783750" y="0"/>
                    <a:pt x="1934913" y="151163"/>
                    <a:pt x="1934913" y="337631"/>
                  </a:cubicBezTo>
                  <a:lnTo>
                    <a:pt x="1934913" y="1688116"/>
                  </a:lnTo>
                  <a:cubicBezTo>
                    <a:pt x="1934913" y="1758042"/>
                    <a:pt x="1913656" y="1823002"/>
                    <a:pt x="1877251" y="1876889"/>
                  </a:cubicBezTo>
                  <a:lnTo>
                    <a:pt x="1841934" y="1919694"/>
                  </a:lnTo>
                  <a:lnTo>
                    <a:pt x="0" y="108654"/>
                  </a:lnTo>
                  <a:lnTo>
                    <a:pt x="8056" y="98890"/>
                  </a:lnTo>
                  <a:cubicBezTo>
                    <a:pt x="69155" y="37791"/>
                    <a:pt x="153563" y="0"/>
                    <a:pt x="246797" y="0"/>
                  </a:cubicBezTo>
                  <a:close/>
                </a:path>
              </a:pathLst>
            </a:custGeom>
            <a:gradFill flip="none" rotWithShape="1">
              <a:gsLst>
                <a:gs pos="14000">
                  <a:srgbClr val="CC0066"/>
                </a:gs>
                <a:gs pos="100000">
                  <a:srgbClr val="FF3399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4C6B02-DD9F-42C7-A531-D718CE9B2281}"/>
                </a:ext>
              </a:extLst>
            </p:cNvPr>
            <p:cNvSpPr txBox="1"/>
            <p:nvPr/>
          </p:nvSpPr>
          <p:spPr>
            <a:xfrm>
              <a:off x="6096000" y="3397704"/>
              <a:ext cx="7585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03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8DF186A-D332-4EFC-94AF-E880F63BAB5F}"/>
              </a:ext>
            </a:extLst>
          </p:cNvPr>
          <p:cNvGrpSpPr/>
          <p:nvPr/>
        </p:nvGrpSpPr>
        <p:grpSpPr>
          <a:xfrm>
            <a:off x="5524408" y="1524020"/>
            <a:ext cx="6261192" cy="1183709"/>
            <a:chOff x="5549858" y="1445147"/>
            <a:chExt cx="6261192" cy="118370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0AF0E39-1507-4E05-BC55-4078E4DA1E5D}"/>
                </a:ext>
              </a:extLst>
            </p:cNvPr>
            <p:cNvSpPr txBox="1"/>
            <p:nvPr/>
          </p:nvSpPr>
          <p:spPr>
            <a:xfrm>
              <a:off x="5549859" y="1445147"/>
              <a:ext cx="35395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000066"/>
                  </a:solidFill>
                  <a:latin typeface="Century Gothic" panose="020B0502020202020204" pitchFamily="34" charset="0"/>
                </a:rPr>
                <a:t>Traditional Studying</a:t>
              </a:r>
              <a:endParaRPr lang="en-US" sz="1600" b="1" dirty="0">
                <a:solidFill>
                  <a:srgbClr val="3333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D0F14F-C3BE-4007-A7D7-BFE047F8F559}"/>
                </a:ext>
              </a:extLst>
            </p:cNvPr>
            <p:cNvSpPr txBox="1"/>
            <p:nvPr/>
          </p:nvSpPr>
          <p:spPr>
            <a:xfrm>
              <a:off x="5549858" y="1728610"/>
              <a:ext cx="6261192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Manual note organization</a:t>
              </a:r>
            </a:p>
            <a:p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Time-consuming quiz creation</a:t>
              </a:r>
            </a:p>
            <a:p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Limited access to explanations</a:t>
              </a:r>
            </a:p>
            <a:p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No automated summaries</a:t>
              </a:r>
            </a:p>
            <a:p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Difficult to track progress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E628C3-F7C4-48C6-89CF-4199A6EF5945}"/>
              </a:ext>
            </a:extLst>
          </p:cNvPr>
          <p:cNvGrpSpPr/>
          <p:nvPr/>
        </p:nvGrpSpPr>
        <p:grpSpPr>
          <a:xfrm>
            <a:off x="7134891" y="3464095"/>
            <a:ext cx="4678399" cy="1183709"/>
            <a:chOff x="5549858" y="1445147"/>
            <a:chExt cx="4678399" cy="118370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5FE64B0-ED94-417C-A3F2-BF8016DEAD94}"/>
                </a:ext>
              </a:extLst>
            </p:cNvPr>
            <p:cNvSpPr txBox="1"/>
            <p:nvPr/>
          </p:nvSpPr>
          <p:spPr>
            <a:xfrm>
              <a:off x="5549858" y="1445147"/>
              <a:ext cx="3791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CC0066"/>
                  </a:solidFill>
                  <a:latin typeface="Century Gothic" panose="020B0502020202020204" pitchFamily="34" charset="0"/>
                </a:rPr>
                <a:t>System Architecture</a:t>
              </a:r>
              <a:endParaRPr lang="en-US" sz="1600" b="1" dirty="0">
                <a:solidFill>
                  <a:srgbClr val="FF3399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F0374E-A21C-4E50-AA31-D889CDEDE2AE}"/>
                </a:ext>
              </a:extLst>
            </p:cNvPr>
            <p:cNvSpPr txBox="1"/>
            <p:nvPr/>
          </p:nvSpPr>
          <p:spPr>
            <a:xfrm>
              <a:off x="5549858" y="1728610"/>
              <a:ext cx="4678399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Tkinter GUI(User Interface)</a:t>
              </a:r>
            </a:p>
            <a:p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API Layer(Requests)</a:t>
              </a:r>
            </a:p>
            <a:p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Gemini AI(Processing)</a:t>
              </a:r>
            </a:p>
            <a:p>
              <a:r>
                <a:rPr lang="it-IT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Response(Result)</a:t>
              </a:r>
            </a:p>
            <a:p>
              <a:endParaRPr lang="en-US" sz="105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0D31B45-9B92-4529-A454-1E461FFCE21D}"/>
              </a:ext>
            </a:extLst>
          </p:cNvPr>
          <p:cNvGrpSpPr/>
          <p:nvPr/>
        </p:nvGrpSpPr>
        <p:grpSpPr>
          <a:xfrm>
            <a:off x="232228" y="2595063"/>
            <a:ext cx="3922119" cy="1207161"/>
            <a:chOff x="232228" y="2595063"/>
            <a:chExt cx="3922119" cy="120716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1FFB5EC-2FEB-4C12-A27F-FBF72F212AED}"/>
                </a:ext>
              </a:extLst>
            </p:cNvPr>
            <p:cNvSpPr txBox="1"/>
            <p:nvPr/>
          </p:nvSpPr>
          <p:spPr>
            <a:xfrm>
              <a:off x="378709" y="2901978"/>
              <a:ext cx="3775637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Automated note management</a:t>
              </a:r>
            </a:p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Instant quiz generation (1-20 questions)</a:t>
              </a:r>
            </a:p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AI-powered word explanations</a:t>
              </a:r>
            </a:p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Smart text summarization</a:t>
              </a:r>
            </a:p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• Complete history tracking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DA2A712-F373-4E26-AEBB-E93884792BF4}"/>
                </a:ext>
              </a:extLst>
            </p:cNvPr>
            <p:cNvSpPr txBox="1"/>
            <p:nvPr/>
          </p:nvSpPr>
          <p:spPr>
            <a:xfrm>
              <a:off x="232228" y="2595063"/>
              <a:ext cx="3922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CC3300"/>
                  </a:solidFill>
                  <a:latin typeface="Century Gothic" panose="020B0502020202020204" pitchFamily="34" charset="0"/>
                </a:rPr>
                <a:t>With AI Study Assistant</a:t>
              </a:r>
              <a:endParaRPr lang="en-US" sz="1600" b="1" dirty="0">
                <a:solidFill>
                  <a:srgbClr val="FF9900"/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82AEADC-ED1B-4426-AC03-412D8829A843}"/>
              </a:ext>
            </a:extLst>
          </p:cNvPr>
          <p:cNvGrpSpPr/>
          <p:nvPr/>
        </p:nvGrpSpPr>
        <p:grpSpPr>
          <a:xfrm>
            <a:off x="924639" y="4352150"/>
            <a:ext cx="5054288" cy="1691910"/>
            <a:chOff x="-899941" y="2595063"/>
            <a:chExt cx="5054288" cy="16919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A096983-B97E-48D8-AA74-B5648363D74D}"/>
                </a:ext>
              </a:extLst>
            </p:cNvPr>
            <p:cNvSpPr txBox="1"/>
            <p:nvPr/>
          </p:nvSpPr>
          <p:spPr>
            <a:xfrm>
              <a:off x="476023" y="2595063"/>
              <a:ext cx="36783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006666"/>
                  </a:solidFill>
                  <a:latin typeface="Century Gothic" panose="020B0502020202020204" pitchFamily="34" charset="0"/>
                </a:rPr>
                <a:t>Who Can Benefit?</a:t>
              </a:r>
              <a:endParaRPr lang="en-US" sz="1600" b="1" dirty="0">
                <a:solidFill>
                  <a:srgbClr val="009999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46E4A5F-6C53-4BFB-BF66-3FFAC0BE901E}"/>
                </a:ext>
              </a:extLst>
            </p:cNvPr>
            <p:cNvSpPr txBox="1"/>
            <p:nvPr/>
          </p:nvSpPr>
          <p:spPr>
            <a:xfrm>
              <a:off x="-899941" y="2901978"/>
              <a:ext cx="505428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Students</a:t>
              </a:r>
            </a:p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Prepare for exams, create study materials, and understand complex topics.</a:t>
              </a:r>
            </a:p>
            <a:p>
              <a:pPr algn="r"/>
              <a:endParaRPr lang="en-US" sz="105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Researchers   </a:t>
              </a:r>
            </a:p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Organize research notes and create summaries of academic papers</a:t>
              </a:r>
            </a:p>
            <a:p>
              <a:pPr algn="r"/>
              <a:endParaRPr lang="en-US" sz="105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Educators</a:t>
              </a:r>
            </a:p>
            <a:p>
              <a:pPr algn="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Create teaching materials and assessment tools quickly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5869D3F-2203-4D1C-A97B-9AFE3BA08CEE}"/>
              </a:ext>
            </a:extLst>
          </p:cNvPr>
          <p:cNvSpPr txBox="1"/>
          <p:nvPr/>
        </p:nvSpPr>
        <p:spPr>
          <a:xfrm>
            <a:off x="232228" y="74131"/>
            <a:ext cx="93082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08539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9003E3-369A-4657-A15C-FBFA228295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473" t="19409" b="-1182"/>
          <a:stretch/>
        </p:blipFill>
        <p:spPr>
          <a:xfrm>
            <a:off x="0" y="0"/>
            <a:ext cx="11768563" cy="56079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909E9-BEA7-4E00-B8CC-FE70BDA2713E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423506" y="3445501"/>
                </a:moveTo>
                <a:cubicBezTo>
                  <a:pt x="5436324" y="3445501"/>
                  <a:pt x="5446759" y="3450473"/>
                  <a:pt x="5454811" y="3460415"/>
                </a:cubicBezTo>
                <a:cubicBezTo>
                  <a:pt x="5462863" y="3470357"/>
                  <a:pt x="5466889" y="3481819"/>
                  <a:pt x="5466889" y="3494801"/>
                </a:cubicBezTo>
                <a:cubicBezTo>
                  <a:pt x="5466889" y="3508112"/>
                  <a:pt x="5463028" y="3519533"/>
                  <a:pt x="5455304" y="3529064"/>
                </a:cubicBezTo>
                <a:cubicBezTo>
                  <a:pt x="5446923" y="3539252"/>
                  <a:pt x="5436324" y="3544347"/>
                  <a:pt x="5423506" y="3544347"/>
                </a:cubicBezTo>
                <a:cubicBezTo>
                  <a:pt x="5410524" y="3544347"/>
                  <a:pt x="5399842" y="3539252"/>
                  <a:pt x="5391461" y="3529064"/>
                </a:cubicBezTo>
                <a:cubicBezTo>
                  <a:pt x="5383573" y="3519533"/>
                  <a:pt x="5379629" y="3508112"/>
                  <a:pt x="5379629" y="3494801"/>
                </a:cubicBezTo>
                <a:cubicBezTo>
                  <a:pt x="5379629" y="3481654"/>
                  <a:pt x="5383573" y="3470315"/>
                  <a:pt x="5391461" y="3460784"/>
                </a:cubicBezTo>
                <a:cubicBezTo>
                  <a:pt x="5399842" y="3450596"/>
                  <a:pt x="5410524" y="3445501"/>
                  <a:pt x="5423506" y="3445501"/>
                </a:cubicBezTo>
                <a:close/>
                <a:moveTo>
                  <a:pt x="3442306" y="3445501"/>
                </a:moveTo>
                <a:cubicBezTo>
                  <a:pt x="3455124" y="3445501"/>
                  <a:pt x="3465559" y="3450473"/>
                  <a:pt x="3473611" y="3460415"/>
                </a:cubicBezTo>
                <a:cubicBezTo>
                  <a:pt x="3481664" y="3470357"/>
                  <a:pt x="3485690" y="3481819"/>
                  <a:pt x="3485690" y="3494801"/>
                </a:cubicBezTo>
                <a:cubicBezTo>
                  <a:pt x="3485690" y="3508112"/>
                  <a:pt x="3481828" y="3519533"/>
                  <a:pt x="3474104" y="3529064"/>
                </a:cubicBezTo>
                <a:cubicBezTo>
                  <a:pt x="3465724" y="3539252"/>
                  <a:pt x="3455124" y="3544347"/>
                  <a:pt x="3442306" y="3544347"/>
                </a:cubicBezTo>
                <a:cubicBezTo>
                  <a:pt x="3429324" y="3544347"/>
                  <a:pt x="3418642" y="3539252"/>
                  <a:pt x="3410262" y="3529064"/>
                </a:cubicBezTo>
                <a:cubicBezTo>
                  <a:pt x="3402373" y="3519533"/>
                  <a:pt x="3398430" y="3508112"/>
                  <a:pt x="3398430" y="3494801"/>
                </a:cubicBezTo>
                <a:cubicBezTo>
                  <a:pt x="3398430" y="3481654"/>
                  <a:pt x="3402373" y="3470315"/>
                  <a:pt x="3410262" y="3460784"/>
                </a:cubicBezTo>
                <a:cubicBezTo>
                  <a:pt x="3418642" y="3450596"/>
                  <a:pt x="3429324" y="3445501"/>
                  <a:pt x="3442306" y="3445501"/>
                </a:cubicBezTo>
                <a:close/>
                <a:moveTo>
                  <a:pt x="9090049" y="3428740"/>
                </a:moveTo>
                <a:cubicBezTo>
                  <a:pt x="9100074" y="3428740"/>
                  <a:pt x="9108701" y="3432602"/>
                  <a:pt x="9115931" y="3440325"/>
                </a:cubicBezTo>
                <a:cubicBezTo>
                  <a:pt x="9123162" y="3448049"/>
                  <a:pt x="9126777" y="3457005"/>
                  <a:pt x="9126777" y="3467193"/>
                </a:cubicBezTo>
                <a:cubicBezTo>
                  <a:pt x="9126777" y="3469001"/>
                  <a:pt x="9124066" y="3470315"/>
                  <a:pt x="9118642" y="3471137"/>
                </a:cubicBezTo>
                <a:cubicBezTo>
                  <a:pt x="9093007" y="3474917"/>
                  <a:pt x="9074108" y="3476807"/>
                  <a:pt x="9061948" y="3476807"/>
                </a:cubicBezTo>
                <a:cubicBezTo>
                  <a:pt x="9057347" y="3476807"/>
                  <a:pt x="9055046" y="3474588"/>
                  <a:pt x="9055046" y="3470151"/>
                </a:cubicBezTo>
                <a:cubicBezTo>
                  <a:pt x="9055046" y="3459305"/>
                  <a:pt x="9058169" y="3449856"/>
                  <a:pt x="9064414" y="3441804"/>
                </a:cubicBezTo>
                <a:cubicBezTo>
                  <a:pt x="9071151" y="3433095"/>
                  <a:pt x="9079696" y="3428740"/>
                  <a:pt x="9090049" y="3428740"/>
                </a:cubicBezTo>
                <a:close/>
                <a:moveTo>
                  <a:pt x="7859701" y="3381413"/>
                </a:moveTo>
                <a:cubicBezTo>
                  <a:pt x="7855264" y="3381413"/>
                  <a:pt x="7853046" y="3383056"/>
                  <a:pt x="7853046" y="3386342"/>
                </a:cubicBezTo>
                <a:cubicBezTo>
                  <a:pt x="7853046" y="3387164"/>
                  <a:pt x="7853210" y="3388889"/>
                  <a:pt x="7853539" y="3391519"/>
                </a:cubicBezTo>
                <a:cubicBezTo>
                  <a:pt x="7857154" y="3419127"/>
                  <a:pt x="7858962" y="3456265"/>
                  <a:pt x="7858962" y="3502935"/>
                </a:cubicBezTo>
                <a:cubicBezTo>
                  <a:pt x="7858962" y="3514438"/>
                  <a:pt x="7858715" y="3531570"/>
                  <a:pt x="7858222" y="3554330"/>
                </a:cubicBezTo>
                <a:cubicBezTo>
                  <a:pt x="7857729" y="3577090"/>
                  <a:pt x="7857483" y="3594139"/>
                  <a:pt x="7857483" y="3605478"/>
                </a:cubicBezTo>
                <a:cubicBezTo>
                  <a:pt x="7857483" y="3609750"/>
                  <a:pt x="7857647" y="3612215"/>
                  <a:pt x="7857976" y="3612873"/>
                </a:cubicBezTo>
                <a:cubicBezTo>
                  <a:pt x="7858797" y="3614352"/>
                  <a:pt x="7861016" y="3615420"/>
                  <a:pt x="7864631" y="3616077"/>
                </a:cubicBezTo>
                <a:cubicBezTo>
                  <a:pt x="7870219" y="3617063"/>
                  <a:pt x="7882872" y="3617556"/>
                  <a:pt x="7902592" y="3617556"/>
                </a:cubicBezTo>
                <a:cubicBezTo>
                  <a:pt x="7922147" y="3617556"/>
                  <a:pt x="7934718" y="3617063"/>
                  <a:pt x="7940306" y="3616077"/>
                </a:cubicBezTo>
                <a:cubicBezTo>
                  <a:pt x="7944414" y="3615420"/>
                  <a:pt x="7946468" y="3613366"/>
                  <a:pt x="7946468" y="3609915"/>
                </a:cubicBezTo>
                <a:cubicBezTo>
                  <a:pt x="7946468" y="3598083"/>
                  <a:pt x="7946221" y="3580294"/>
                  <a:pt x="7945728" y="3556548"/>
                </a:cubicBezTo>
                <a:cubicBezTo>
                  <a:pt x="7945235" y="3532802"/>
                  <a:pt x="7944989" y="3514931"/>
                  <a:pt x="7944989" y="3502935"/>
                </a:cubicBezTo>
                <a:cubicBezTo>
                  <a:pt x="7944989" y="3460702"/>
                  <a:pt x="7946796" y="3423564"/>
                  <a:pt x="7950412" y="3391519"/>
                </a:cubicBezTo>
                <a:cubicBezTo>
                  <a:pt x="7950740" y="3389054"/>
                  <a:pt x="7950905" y="3387493"/>
                  <a:pt x="7950905" y="3386835"/>
                </a:cubicBezTo>
                <a:cubicBezTo>
                  <a:pt x="7950905" y="3383549"/>
                  <a:pt x="7948933" y="3381905"/>
                  <a:pt x="7944989" y="3381905"/>
                </a:cubicBezTo>
                <a:cubicBezTo>
                  <a:pt x="7940224" y="3381905"/>
                  <a:pt x="7933075" y="3382316"/>
                  <a:pt x="7923544" y="3383138"/>
                </a:cubicBezTo>
                <a:cubicBezTo>
                  <a:pt x="7914012" y="3383960"/>
                  <a:pt x="7906864" y="3384370"/>
                  <a:pt x="7902099" y="3384370"/>
                </a:cubicBezTo>
                <a:cubicBezTo>
                  <a:pt x="7897333" y="3384370"/>
                  <a:pt x="7890225" y="3383877"/>
                  <a:pt x="7880777" y="3382891"/>
                </a:cubicBezTo>
                <a:cubicBezTo>
                  <a:pt x="7871328" y="3381905"/>
                  <a:pt x="7864303" y="3381413"/>
                  <a:pt x="7859701" y="3381413"/>
                </a:cubicBezTo>
                <a:close/>
                <a:moveTo>
                  <a:pt x="5872023" y="3381413"/>
                </a:moveTo>
                <a:cubicBezTo>
                  <a:pt x="5867093" y="3381413"/>
                  <a:pt x="5863724" y="3384781"/>
                  <a:pt x="5861916" y="3391519"/>
                </a:cubicBezTo>
                <a:cubicBezTo>
                  <a:pt x="5855836" y="3413211"/>
                  <a:pt x="5852796" y="3442790"/>
                  <a:pt x="5852796" y="3480258"/>
                </a:cubicBezTo>
                <a:cubicBezTo>
                  <a:pt x="5852796" y="3514931"/>
                  <a:pt x="5854604" y="3541389"/>
                  <a:pt x="5858219" y="3559629"/>
                </a:cubicBezTo>
                <a:cubicBezTo>
                  <a:pt x="5866271" y="3598905"/>
                  <a:pt x="5892071" y="3618542"/>
                  <a:pt x="5935619" y="3618542"/>
                </a:cubicBezTo>
                <a:cubicBezTo>
                  <a:pt x="5951067" y="3618542"/>
                  <a:pt x="5968239" y="3612955"/>
                  <a:pt x="5987137" y="3601780"/>
                </a:cubicBezTo>
                <a:cubicBezTo>
                  <a:pt x="6006035" y="3590606"/>
                  <a:pt x="6014333" y="3585019"/>
                  <a:pt x="6012033" y="3585019"/>
                </a:cubicBezTo>
                <a:cubicBezTo>
                  <a:pt x="6013512" y="3585019"/>
                  <a:pt x="6014662" y="3588798"/>
                  <a:pt x="6015484" y="3596357"/>
                </a:cubicBezTo>
                <a:cubicBezTo>
                  <a:pt x="6015977" y="3601287"/>
                  <a:pt x="6016470" y="3606217"/>
                  <a:pt x="6016963" y="3611147"/>
                </a:cubicBezTo>
                <a:cubicBezTo>
                  <a:pt x="6017784" y="3614598"/>
                  <a:pt x="6019756" y="3616570"/>
                  <a:pt x="6022879" y="3617063"/>
                </a:cubicBezTo>
                <a:cubicBezTo>
                  <a:pt x="6029945" y="3618049"/>
                  <a:pt x="6042434" y="3618542"/>
                  <a:pt x="6060346" y="3618542"/>
                </a:cubicBezTo>
                <a:cubicBezTo>
                  <a:pt x="6080559" y="3618542"/>
                  <a:pt x="6093787" y="3617720"/>
                  <a:pt x="6100032" y="3616077"/>
                </a:cubicBezTo>
                <a:cubicBezTo>
                  <a:pt x="6104140" y="3614927"/>
                  <a:pt x="6106194" y="3612133"/>
                  <a:pt x="6106194" y="3607696"/>
                </a:cubicBezTo>
                <a:cubicBezTo>
                  <a:pt x="6106194" y="3596029"/>
                  <a:pt x="6105784" y="3578363"/>
                  <a:pt x="6104962" y="3554699"/>
                </a:cubicBezTo>
                <a:cubicBezTo>
                  <a:pt x="6104140" y="3531036"/>
                  <a:pt x="6103729" y="3513288"/>
                  <a:pt x="6103729" y="3501456"/>
                </a:cubicBezTo>
                <a:cubicBezTo>
                  <a:pt x="6103729" y="3489296"/>
                  <a:pt x="6104305" y="3471055"/>
                  <a:pt x="6105455" y="3446734"/>
                </a:cubicBezTo>
                <a:cubicBezTo>
                  <a:pt x="6106605" y="3422413"/>
                  <a:pt x="6107180" y="3404172"/>
                  <a:pt x="6107180" y="3392012"/>
                </a:cubicBezTo>
                <a:cubicBezTo>
                  <a:pt x="6107180" y="3389382"/>
                  <a:pt x="6107016" y="3387410"/>
                  <a:pt x="6106687" y="3386096"/>
                </a:cubicBezTo>
                <a:cubicBezTo>
                  <a:pt x="6105866" y="3383631"/>
                  <a:pt x="6102990" y="3382398"/>
                  <a:pt x="6098060" y="3382398"/>
                </a:cubicBezTo>
                <a:cubicBezTo>
                  <a:pt x="6090008" y="3382398"/>
                  <a:pt x="6077888" y="3382316"/>
                  <a:pt x="6061702" y="3382152"/>
                </a:cubicBezTo>
                <a:cubicBezTo>
                  <a:pt x="6045516" y="3381988"/>
                  <a:pt x="6033396" y="3381905"/>
                  <a:pt x="6025344" y="3381905"/>
                </a:cubicBezTo>
                <a:cubicBezTo>
                  <a:pt x="6020414" y="3381905"/>
                  <a:pt x="6017456" y="3382727"/>
                  <a:pt x="6016470" y="3384370"/>
                </a:cubicBezTo>
                <a:cubicBezTo>
                  <a:pt x="6015649" y="3385357"/>
                  <a:pt x="6015237" y="3388561"/>
                  <a:pt x="6015237" y="3393984"/>
                </a:cubicBezTo>
                <a:cubicBezTo>
                  <a:pt x="6015237" y="3470398"/>
                  <a:pt x="6015074" y="3511645"/>
                  <a:pt x="6014744" y="3517725"/>
                </a:cubicBezTo>
                <a:cubicBezTo>
                  <a:pt x="6014415" y="3524627"/>
                  <a:pt x="6010020" y="3531282"/>
                  <a:pt x="6001557" y="3537691"/>
                </a:cubicBezTo>
                <a:cubicBezTo>
                  <a:pt x="5993093" y="3544100"/>
                  <a:pt x="5985247" y="3547305"/>
                  <a:pt x="5978016" y="3547305"/>
                </a:cubicBezTo>
                <a:cubicBezTo>
                  <a:pt x="5959447" y="3547305"/>
                  <a:pt x="5948683" y="3538266"/>
                  <a:pt x="5945725" y="3520190"/>
                </a:cubicBezTo>
                <a:cubicBezTo>
                  <a:pt x="5943917" y="3509673"/>
                  <a:pt x="5943014" y="3490117"/>
                  <a:pt x="5943014" y="3461524"/>
                </a:cubicBezTo>
                <a:cubicBezTo>
                  <a:pt x="5943014" y="3438517"/>
                  <a:pt x="5944739" y="3415840"/>
                  <a:pt x="5948190" y="3393491"/>
                </a:cubicBezTo>
                <a:cubicBezTo>
                  <a:pt x="5948519" y="3391190"/>
                  <a:pt x="5948683" y="3389465"/>
                  <a:pt x="5948683" y="3388314"/>
                </a:cubicBezTo>
                <a:cubicBezTo>
                  <a:pt x="5948683" y="3384042"/>
                  <a:pt x="5946136" y="3381905"/>
                  <a:pt x="5941042" y="3381905"/>
                </a:cubicBezTo>
                <a:cubicBezTo>
                  <a:pt x="5933483" y="3381905"/>
                  <a:pt x="5921979" y="3381823"/>
                  <a:pt x="5906532" y="3381659"/>
                </a:cubicBezTo>
                <a:cubicBezTo>
                  <a:pt x="5891085" y="3381495"/>
                  <a:pt x="5879583" y="3381413"/>
                  <a:pt x="5872023" y="3381413"/>
                </a:cubicBezTo>
                <a:close/>
                <a:moveTo>
                  <a:pt x="4757914" y="3381413"/>
                </a:moveTo>
                <a:cubicBezTo>
                  <a:pt x="4752491" y="3381413"/>
                  <a:pt x="4749780" y="3383549"/>
                  <a:pt x="4749780" y="3387821"/>
                </a:cubicBezTo>
                <a:cubicBezTo>
                  <a:pt x="4749780" y="3393737"/>
                  <a:pt x="4749615" y="3402652"/>
                  <a:pt x="4749287" y="3414566"/>
                </a:cubicBezTo>
                <a:cubicBezTo>
                  <a:pt x="4748958" y="3426480"/>
                  <a:pt x="4748794" y="3435395"/>
                  <a:pt x="4748794" y="3441311"/>
                </a:cubicBezTo>
                <a:cubicBezTo>
                  <a:pt x="4748794" y="3470562"/>
                  <a:pt x="4749451" y="3487570"/>
                  <a:pt x="4750766" y="3492336"/>
                </a:cubicBezTo>
                <a:cubicBezTo>
                  <a:pt x="4753066" y="3500717"/>
                  <a:pt x="4765802" y="3520765"/>
                  <a:pt x="4788972" y="3552481"/>
                </a:cubicBezTo>
                <a:cubicBezTo>
                  <a:pt x="4811322" y="3583375"/>
                  <a:pt x="4822496" y="3599726"/>
                  <a:pt x="4822496" y="3601534"/>
                </a:cubicBezTo>
                <a:cubicBezTo>
                  <a:pt x="4822496" y="3622404"/>
                  <a:pt x="4799654" y="3632839"/>
                  <a:pt x="4753970" y="3632839"/>
                </a:cubicBezTo>
                <a:cubicBezTo>
                  <a:pt x="4751177" y="3632839"/>
                  <a:pt x="4749780" y="3634400"/>
                  <a:pt x="4749780" y="3637522"/>
                </a:cubicBezTo>
                <a:cubicBezTo>
                  <a:pt x="4749780" y="3640316"/>
                  <a:pt x="4751670" y="3645985"/>
                  <a:pt x="4755449" y="3654531"/>
                </a:cubicBezTo>
                <a:cubicBezTo>
                  <a:pt x="4758078" y="3660447"/>
                  <a:pt x="4760708" y="3666280"/>
                  <a:pt x="4763337" y="3672032"/>
                </a:cubicBezTo>
                <a:cubicBezTo>
                  <a:pt x="4766624" y="3681234"/>
                  <a:pt x="4769335" y="3689204"/>
                  <a:pt x="4771471" y="3695942"/>
                </a:cubicBezTo>
                <a:cubicBezTo>
                  <a:pt x="4773937" y="3697585"/>
                  <a:pt x="4778702" y="3698407"/>
                  <a:pt x="4785768" y="3698407"/>
                </a:cubicBezTo>
                <a:cubicBezTo>
                  <a:pt x="4832275" y="3698407"/>
                  <a:pt x="4857499" y="3697175"/>
                  <a:pt x="4861443" y="3694710"/>
                </a:cubicBezTo>
                <a:cubicBezTo>
                  <a:pt x="4864729" y="3692902"/>
                  <a:pt x="4878451" y="3675894"/>
                  <a:pt x="4902607" y="3643685"/>
                </a:cubicBezTo>
                <a:cubicBezTo>
                  <a:pt x="4924463" y="3614434"/>
                  <a:pt x="4938022" y="3595782"/>
                  <a:pt x="4943279" y="3587730"/>
                </a:cubicBezTo>
                <a:cubicBezTo>
                  <a:pt x="4976803" y="3536459"/>
                  <a:pt x="4994797" y="3506715"/>
                  <a:pt x="4997262" y="3498498"/>
                </a:cubicBezTo>
                <a:cubicBezTo>
                  <a:pt x="4999234" y="3491596"/>
                  <a:pt x="5000220" y="3472205"/>
                  <a:pt x="5000220" y="3440325"/>
                </a:cubicBezTo>
                <a:cubicBezTo>
                  <a:pt x="5000220" y="3412882"/>
                  <a:pt x="4999070" y="3395381"/>
                  <a:pt x="4996769" y="3387821"/>
                </a:cubicBezTo>
                <a:cubicBezTo>
                  <a:pt x="4995290" y="3383549"/>
                  <a:pt x="4992415" y="3381413"/>
                  <a:pt x="4988142" y="3381413"/>
                </a:cubicBezTo>
                <a:cubicBezTo>
                  <a:pt x="4979762" y="3381413"/>
                  <a:pt x="4967231" y="3381741"/>
                  <a:pt x="4950551" y="3382398"/>
                </a:cubicBezTo>
                <a:cubicBezTo>
                  <a:pt x="4933872" y="3383056"/>
                  <a:pt x="4921341" y="3383385"/>
                  <a:pt x="4912960" y="3383385"/>
                </a:cubicBezTo>
                <a:cubicBezTo>
                  <a:pt x="4909509" y="3383385"/>
                  <a:pt x="4907784" y="3384945"/>
                  <a:pt x="4907784" y="3388068"/>
                </a:cubicBezTo>
                <a:cubicBezTo>
                  <a:pt x="4907784" y="3392669"/>
                  <a:pt x="4908195" y="3399489"/>
                  <a:pt x="4909016" y="3408527"/>
                </a:cubicBezTo>
                <a:cubicBezTo>
                  <a:pt x="4909838" y="3417565"/>
                  <a:pt x="4910249" y="3424303"/>
                  <a:pt x="4910249" y="3428740"/>
                </a:cubicBezTo>
                <a:cubicBezTo>
                  <a:pt x="4910249" y="3445666"/>
                  <a:pt x="4909428" y="3461359"/>
                  <a:pt x="4907784" y="3475821"/>
                </a:cubicBezTo>
                <a:cubicBezTo>
                  <a:pt x="4907127" y="3481079"/>
                  <a:pt x="4902607" y="3491350"/>
                  <a:pt x="4894227" y="3506633"/>
                </a:cubicBezTo>
                <a:cubicBezTo>
                  <a:pt x="4885189" y="3522737"/>
                  <a:pt x="4878780" y="3530789"/>
                  <a:pt x="4875000" y="3530789"/>
                </a:cubicBezTo>
                <a:cubicBezTo>
                  <a:pt x="4870563" y="3530789"/>
                  <a:pt x="4863415" y="3522655"/>
                  <a:pt x="4853555" y="3506386"/>
                </a:cubicBezTo>
                <a:cubicBezTo>
                  <a:pt x="4844188" y="3490775"/>
                  <a:pt x="4839258" y="3480093"/>
                  <a:pt x="4838765" y="3474342"/>
                </a:cubicBezTo>
                <a:cubicBezTo>
                  <a:pt x="4838108" y="3466947"/>
                  <a:pt x="4837779" y="3452896"/>
                  <a:pt x="4837779" y="3432191"/>
                </a:cubicBezTo>
                <a:cubicBezTo>
                  <a:pt x="4837779" y="3427589"/>
                  <a:pt x="4838025" y="3420646"/>
                  <a:pt x="4838519" y="3411362"/>
                </a:cubicBezTo>
                <a:cubicBezTo>
                  <a:pt x="4839011" y="3402077"/>
                  <a:pt x="4839258" y="3395134"/>
                  <a:pt x="4839258" y="3390533"/>
                </a:cubicBezTo>
                <a:cubicBezTo>
                  <a:pt x="4839258" y="3385438"/>
                  <a:pt x="4837532" y="3382891"/>
                  <a:pt x="4834081" y="3382891"/>
                </a:cubicBezTo>
                <a:cubicBezTo>
                  <a:pt x="4825701" y="3382891"/>
                  <a:pt x="4813006" y="3382645"/>
                  <a:pt x="4795998" y="3382152"/>
                </a:cubicBezTo>
                <a:cubicBezTo>
                  <a:pt x="4778989" y="3381659"/>
                  <a:pt x="4766295" y="3381413"/>
                  <a:pt x="4757914" y="3381413"/>
                </a:cubicBezTo>
                <a:close/>
                <a:moveTo>
                  <a:pt x="6501203" y="3372785"/>
                </a:moveTo>
                <a:cubicBezTo>
                  <a:pt x="6500381" y="3372785"/>
                  <a:pt x="6486988" y="3375332"/>
                  <a:pt x="6461024" y="3380426"/>
                </a:cubicBezTo>
                <a:cubicBezTo>
                  <a:pt x="6443605" y="3383056"/>
                  <a:pt x="6430376" y="3384863"/>
                  <a:pt x="6421338" y="3385849"/>
                </a:cubicBezTo>
                <a:cubicBezTo>
                  <a:pt x="6418873" y="3386671"/>
                  <a:pt x="6417640" y="3388314"/>
                  <a:pt x="6417640" y="3390779"/>
                </a:cubicBezTo>
                <a:cubicBezTo>
                  <a:pt x="6417640" y="3391765"/>
                  <a:pt x="6417805" y="3392998"/>
                  <a:pt x="6418133" y="3394477"/>
                </a:cubicBezTo>
                <a:cubicBezTo>
                  <a:pt x="6425200" y="3419455"/>
                  <a:pt x="6428733" y="3451253"/>
                  <a:pt x="6428733" y="3489871"/>
                </a:cubicBezTo>
                <a:cubicBezTo>
                  <a:pt x="6428733" y="3503017"/>
                  <a:pt x="6428651" y="3522696"/>
                  <a:pt x="6428486" y="3548907"/>
                </a:cubicBezTo>
                <a:cubicBezTo>
                  <a:pt x="6428322" y="3575118"/>
                  <a:pt x="6428240" y="3594796"/>
                  <a:pt x="6428240" y="3607943"/>
                </a:cubicBezTo>
                <a:cubicBezTo>
                  <a:pt x="6428240" y="3612708"/>
                  <a:pt x="6430951" y="3615420"/>
                  <a:pt x="6436374" y="3616077"/>
                </a:cubicBezTo>
                <a:cubicBezTo>
                  <a:pt x="6445741" y="3617063"/>
                  <a:pt x="6458230" y="3617556"/>
                  <a:pt x="6473842" y="3617556"/>
                </a:cubicBezTo>
                <a:cubicBezTo>
                  <a:pt x="6490110" y="3617556"/>
                  <a:pt x="6502189" y="3617227"/>
                  <a:pt x="6510077" y="3616570"/>
                </a:cubicBezTo>
                <a:cubicBezTo>
                  <a:pt x="6515500" y="3616077"/>
                  <a:pt x="6518211" y="3613859"/>
                  <a:pt x="6518211" y="3609915"/>
                </a:cubicBezTo>
                <a:cubicBezTo>
                  <a:pt x="6518211" y="3605313"/>
                  <a:pt x="6517882" y="3598288"/>
                  <a:pt x="6517225" y="3588839"/>
                </a:cubicBezTo>
                <a:cubicBezTo>
                  <a:pt x="6516568" y="3579390"/>
                  <a:pt x="6516239" y="3572283"/>
                  <a:pt x="6516239" y="3567517"/>
                </a:cubicBezTo>
                <a:cubicBezTo>
                  <a:pt x="6516239" y="3560451"/>
                  <a:pt x="6516116" y="3549728"/>
                  <a:pt x="6515869" y="3535350"/>
                </a:cubicBezTo>
                <a:cubicBezTo>
                  <a:pt x="6515623" y="3520971"/>
                  <a:pt x="6515500" y="3510248"/>
                  <a:pt x="6515500" y="3503182"/>
                </a:cubicBezTo>
                <a:cubicBezTo>
                  <a:pt x="6515500" y="3490200"/>
                  <a:pt x="6517965" y="3481572"/>
                  <a:pt x="6522895" y="3477300"/>
                </a:cubicBezTo>
                <a:cubicBezTo>
                  <a:pt x="6527824" y="3473027"/>
                  <a:pt x="6537109" y="3470891"/>
                  <a:pt x="6550749" y="3470891"/>
                </a:cubicBezTo>
                <a:cubicBezTo>
                  <a:pt x="6553707" y="3470891"/>
                  <a:pt x="6558185" y="3471096"/>
                  <a:pt x="6564183" y="3471507"/>
                </a:cubicBezTo>
                <a:cubicBezTo>
                  <a:pt x="6570181" y="3471918"/>
                  <a:pt x="6574741" y="3472123"/>
                  <a:pt x="6577863" y="3472123"/>
                </a:cubicBezTo>
                <a:cubicBezTo>
                  <a:pt x="6584929" y="3472123"/>
                  <a:pt x="6588463" y="3468919"/>
                  <a:pt x="6588463" y="3462510"/>
                </a:cubicBezTo>
                <a:cubicBezTo>
                  <a:pt x="6588463" y="3459387"/>
                  <a:pt x="6588298" y="3452979"/>
                  <a:pt x="6587970" y="3443283"/>
                </a:cubicBezTo>
                <a:cubicBezTo>
                  <a:pt x="6587805" y="3435395"/>
                  <a:pt x="6587723" y="3429068"/>
                  <a:pt x="6587723" y="3424303"/>
                </a:cubicBezTo>
                <a:cubicBezTo>
                  <a:pt x="6587887" y="3420195"/>
                  <a:pt x="6588463" y="3413457"/>
                  <a:pt x="6589449" y="3404090"/>
                </a:cubicBezTo>
                <a:cubicBezTo>
                  <a:pt x="6590435" y="3395381"/>
                  <a:pt x="6590928" y="3388643"/>
                  <a:pt x="6590928" y="3383877"/>
                </a:cubicBezTo>
                <a:cubicBezTo>
                  <a:pt x="6590928" y="3379933"/>
                  <a:pt x="6586326" y="3377961"/>
                  <a:pt x="6577124" y="3377961"/>
                </a:cubicBezTo>
                <a:cubicBezTo>
                  <a:pt x="6562498" y="3377961"/>
                  <a:pt x="6547298" y="3382275"/>
                  <a:pt x="6531522" y="3390903"/>
                </a:cubicBezTo>
                <a:cubicBezTo>
                  <a:pt x="6515746" y="3399530"/>
                  <a:pt x="6509008" y="3403844"/>
                  <a:pt x="6511309" y="3403844"/>
                </a:cubicBezTo>
                <a:cubicBezTo>
                  <a:pt x="6509173" y="3403844"/>
                  <a:pt x="6507694" y="3398667"/>
                  <a:pt x="6506872" y="3388314"/>
                </a:cubicBezTo>
                <a:cubicBezTo>
                  <a:pt x="6506051" y="3377961"/>
                  <a:pt x="6504161" y="3372785"/>
                  <a:pt x="6501203" y="3372785"/>
                </a:cubicBezTo>
                <a:close/>
                <a:moveTo>
                  <a:pt x="3948503" y="3372785"/>
                </a:moveTo>
                <a:cubicBezTo>
                  <a:pt x="3947682" y="3372785"/>
                  <a:pt x="3934288" y="3375332"/>
                  <a:pt x="3908324" y="3380426"/>
                </a:cubicBezTo>
                <a:cubicBezTo>
                  <a:pt x="3890905" y="3383056"/>
                  <a:pt x="3877677" y="3384863"/>
                  <a:pt x="3868639" y="3385849"/>
                </a:cubicBezTo>
                <a:cubicBezTo>
                  <a:pt x="3866173" y="3386671"/>
                  <a:pt x="3864941" y="3388314"/>
                  <a:pt x="3864941" y="3390779"/>
                </a:cubicBezTo>
                <a:cubicBezTo>
                  <a:pt x="3864941" y="3391765"/>
                  <a:pt x="3865105" y="3392998"/>
                  <a:pt x="3865434" y="3394477"/>
                </a:cubicBezTo>
                <a:cubicBezTo>
                  <a:pt x="3872500" y="3419455"/>
                  <a:pt x="3876033" y="3451253"/>
                  <a:pt x="3876033" y="3489871"/>
                </a:cubicBezTo>
                <a:cubicBezTo>
                  <a:pt x="3876033" y="3503017"/>
                  <a:pt x="3875951" y="3522696"/>
                  <a:pt x="3875787" y="3548907"/>
                </a:cubicBezTo>
                <a:cubicBezTo>
                  <a:pt x="3875622" y="3575118"/>
                  <a:pt x="3875540" y="3594796"/>
                  <a:pt x="3875540" y="3607943"/>
                </a:cubicBezTo>
                <a:cubicBezTo>
                  <a:pt x="3875540" y="3612708"/>
                  <a:pt x="3878252" y="3615420"/>
                  <a:pt x="3883675" y="3616077"/>
                </a:cubicBezTo>
                <a:cubicBezTo>
                  <a:pt x="3893042" y="3617063"/>
                  <a:pt x="3905531" y="3617556"/>
                  <a:pt x="3921142" y="3617556"/>
                </a:cubicBezTo>
                <a:cubicBezTo>
                  <a:pt x="3937411" y="3617556"/>
                  <a:pt x="3949489" y="3617227"/>
                  <a:pt x="3957377" y="3616570"/>
                </a:cubicBezTo>
                <a:cubicBezTo>
                  <a:pt x="3962800" y="3616077"/>
                  <a:pt x="3965511" y="3613859"/>
                  <a:pt x="3965511" y="3609915"/>
                </a:cubicBezTo>
                <a:cubicBezTo>
                  <a:pt x="3965511" y="3605313"/>
                  <a:pt x="3965183" y="3598288"/>
                  <a:pt x="3964526" y="3588839"/>
                </a:cubicBezTo>
                <a:cubicBezTo>
                  <a:pt x="3963868" y="3579390"/>
                  <a:pt x="3963540" y="3572283"/>
                  <a:pt x="3963540" y="3567517"/>
                </a:cubicBezTo>
                <a:cubicBezTo>
                  <a:pt x="3963540" y="3560451"/>
                  <a:pt x="3963416" y="3549728"/>
                  <a:pt x="3963170" y="3535350"/>
                </a:cubicBezTo>
                <a:cubicBezTo>
                  <a:pt x="3962923" y="3520971"/>
                  <a:pt x="3962800" y="3510248"/>
                  <a:pt x="3962800" y="3503182"/>
                </a:cubicBezTo>
                <a:cubicBezTo>
                  <a:pt x="3962800" y="3490200"/>
                  <a:pt x="3965265" y="3481572"/>
                  <a:pt x="3970195" y="3477300"/>
                </a:cubicBezTo>
                <a:cubicBezTo>
                  <a:pt x="3975125" y="3473027"/>
                  <a:pt x="3984409" y="3470891"/>
                  <a:pt x="3998049" y="3470891"/>
                </a:cubicBezTo>
                <a:cubicBezTo>
                  <a:pt x="4001007" y="3470891"/>
                  <a:pt x="4005485" y="3471096"/>
                  <a:pt x="4011483" y="3471507"/>
                </a:cubicBezTo>
                <a:cubicBezTo>
                  <a:pt x="4017482" y="3471918"/>
                  <a:pt x="4022042" y="3472123"/>
                  <a:pt x="4025164" y="3472123"/>
                </a:cubicBezTo>
                <a:cubicBezTo>
                  <a:pt x="4032230" y="3472123"/>
                  <a:pt x="4035763" y="3468919"/>
                  <a:pt x="4035763" y="3462510"/>
                </a:cubicBezTo>
                <a:cubicBezTo>
                  <a:pt x="4035763" y="3459387"/>
                  <a:pt x="4035599" y="3452979"/>
                  <a:pt x="4035270" y="3443283"/>
                </a:cubicBezTo>
                <a:cubicBezTo>
                  <a:pt x="4035106" y="3435395"/>
                  <a:pt x="4035024" y="3429068"/>
                  <a:pt x="4035024" y="3424303"/>
                </a:cubicBezTo>
                <a:cubicBezTo>
                  <a:pt x="4035188" y="3420195"/>
                  <a:pt x="4035763" y="3413457"/>
                  <a:pt x="4036749" y="3404090"/>
                </a:cubicBezTo>
                <a:cubicBezTo>
                  <a:pt x="4037735" y="3395381"/>
                  <a:pt x="4038228" y="3388643"/>
                  <a:pt x="4038228" y="3383877"/>
                </a:cubicBezTo>
                <a:cubicBezTo>
                  <a:pt x="4038228" y="3379933"/>
                  <a:pt x="4033627" y="3377961"/>
                  <a:pt x="4024424" y="3377961"/>
                </a:cubicBezTo>
                <a:cubicBezTo>
                  <a:pt x="4009799" y="3377961"/>
                  <a:pt x="3994598" y="3382275"/>
                  <a:pt x="3978822" y="3390903"/>
                </a:cubicBezTo>
                <a:cubicBezTo>
                  <a:pt x="3963047" y="3399530"/>
                  <a:pt x="3956309" y="3403844"/>
                  <a:pt x="3958610" y="3403844"/>
                </a:cubicBezTo>
                <a:cubicBezTo>
                  <a:pt x="3956474" y="3403844"/>
                  <a:pt x="3954995" y="3398667"/>
                  <a:pt x="3954172" y="3388314"/>
                </a:cubicBezTo>
                <a:cubicBezTo>
                  <a:pt x="3953351" y="3377961"/>
                  <a:pt x="3951461" y="3372785"/>
                  <a:pt x="3948503" y="3372785"/>
                </a:cubicBezTo>
                <a:close/>
                <a:moveTo>
                  <a:pt x="8443707" y="3371306"/>
                </a:moveTo>
                <a:cubicBezTo>
                  <a:pt x="8428918" y="3371306"/>
                  <a:pt x="8415196" y="3374346"/>
                  <a:pt x="8402542" y="3380426"/>
                </a:cubicBezTo>
                <a:cubicBezTo>
                  <a:pt x="8393997" y="3384699"/>
                  <a:pt x="8382330" y="3392587"/>
                  <a:pt x="8367540" y="3404090"/>
                </a:cubicBezTo>
                <a:cubicBezTo>
                  <a:pt x="8365403" y="3405734"/>
                  <a:pt x="8363514" y="3406884"/>
                  <a:pt x="8361870" y="3407541"/>
                </a:cubicBezTo>
                <a:cubicBezTo>
                  <a:pt x="8360720" y="3407541"/>
                  <a:pt x="8360063" y="3401831"/>
                  <a:pt x="8359899" y="3390410"/>
                </a:cubicBezTo>
                <a:cubicBezTo>
                  <a:pt x="8359734" y="3378989"/>
                  <a:pt x="8358091" y="3373278"/>
                  <a:pt x="8354969" y="3373278"/>
                </a:cubicBezTo>
                <a:cubicBezTo>
                  <a:pt x="8350039" y="3373278"/>
                  <a:pt x="8343548" y="3374428"/>
                  <a:pt x="8335495" y="3376729"/>
                </a:cubicBezTo>
                <a:cubicBezTo>
                  <a:pt x="8324157" y="3379851"/>
                  <a:pt x="8317666" y="3381577"/>
                  <a:pt x="8316022" y="3381905"/>
                </a:cubicBezTo>
                <a:cubicBezTo>
                  <a:pt x="8313722" y="3382234"/>
                  <a:pt x="8306409" y="3382974"/>
                  <a:pt x="8294084" y="3384124"/>
                </a:cubicBezTo>
                <a:cubicBezTo>
                  <a:pt x="8284060" y="3385110"/>
                  <a:pt x="8277240" y="3386342"/>
                  <a:pt x="8273625" y="3387821"/>
                </a:cubicBezTo>
                <a:cubicBezTo>
                  <a:pt x="8271324" y="3388807"/>
                  <a:pt x="8270174" y="3390697"/>
                  <a:pt x="8270174" y="3393491"/>
                </a:cubicBezTo>
                <a:cubicBezTo>
                  <a:pt x="8270174" y="3394477"/>
                  <a:pt x="8270338" y="3395956"/>
                  <a:pt x="8270667" y="3397928"/>
                </a:cubicBezTo>
                <a:cubicBezTo>
                  <a:pt x="8274611" y="3431616"/>
                  <a:pt x="8276583" y="3461935"/>
                  <a:pt x="8276583" y="3488885"/>
                </a:cubicBezTo>
                <a:cubicBezTo>
                  <a:pt x="8276583" y="3502031"/>
                  <a:pt x="8276501" y="3521710"/>
                  <a:pt x="8276336" y="3547921"/>
                </a:cubicBezTo>
                <a:cubicBezTo>
                  <a:pt x="8276172" y="3574132"/>
                  <a:pt x="8276090" y="3593810"/>
                  <a:pt x="8276090" y="3606957"/>
                </a:cubicBezTo>
                <a:cubicBezTo>
                  <a:pt x="8276090" y="3611065"/>
                  <a:pt x="8276459" y="3613530"/>
                  <a:pt x="8277199" y="3614352"/>
                </a:cubicBezTo>
                <a:cubicBezTo>
                  <a:pt x="8277938" y="3615173"/>
                  <a:pt x="8280280" y="3615748"/>
                  <a:pt x="8284224" y="3616077"/>
                </a:cubicBezTo>
                <a:cubicBezTo>
                  <a:pt x="8297370" y="3617063"/>
                  <a:pt x="8309120" y="3617556"/>
                  <a:pt x="8319473" y="3617556"/>
                </a:cubicBezTo>
                <a:cubicBezTo>
                  <a:pt x="8335413" y="3617556"/>
                  <a:pt x="8347081" y="3617227"/>
                  <a:pt x="8354476" y="3616570"/>
                </a:cubicBezTo>
                <a:cubicBezTo>
                  <a:pt x="8358584" y="3616241"/>
                  <a:pt x="8361131" y="3615584"/>
                  <a:pt x="8362117" y="3614598"/>
                </a:cubicBezTo>
                <a:cubicBezTo>
                  <a:pt x="8363103" y="3613612"/>
                  <a:pt x="8363596" y="3611065"/>
                  <a:pt x="8363596" y="3606957"/>
                </a:cubicBezTo>
                <a:cubicBezTo>
                  <a:pt x="8363596" y="3592167"/>
                  <a:pt x="8363514" y="3569900"/>
                  <a:pt x="8363349" y="3540156"/>
                </a:cubicBezTo>
                <a:cubicBezTo>
                  <a:pt x="8363185" y="3510412"/>
                  <a:pt x="8363103" y="3488063"/>
                  <a:pt x="8363103" y="3473109"/>
                </a:cubicBezTo>
                <a:cubicBezTo>
                  <a:pt x="8363103" y="3466372"/>
                  <a:pt x="8367704" y="3459963"/>
                  <a:pt x="8376907" y="3453882"/>
                </a:cubicBezTo>
                <a:cubicBezTo>
                  <a:pt x="8385288" y="3448295"/>
                  <a:pt x="8393094" y="3445501"/>
                  <a:pt x="8400324" y="3445501"/>
                </a:cubicBezTo>
                <a:cubicBezTo>
                  <a:pt x="8418236" y="3445501"/>
                  <a:pt x="8427192" y="3457251"/>
                  <a:pt x="8427192" y="3480751"/>
                </a:cubicBezTo>
                <a:cubicBezTo>
                  <a:pt x="8427192" y="3486995"/>
                  <a:pt x="8427356" y="3496280"/>
                  <a:pt x="8427685" y="3508605"/>
                </a:cubicBezTo>
                <a:cubicBezTo>
                  <a:pt x="8428014" y="3520929"/>
                  <a:pt x="8428178" y="3530132"/>
                  <a:pt x="8428178" y="3536212"/>
                </a:cubicBezTo>
                <a:cubicBezTo>
                  <a:pt x="8428178" y="3544100"/>
                  <a:pt x="8427932" y="3555768"/>
                  <a:pt x="8427438" y="3571215"/>
                </a:cubicBezTo>
                <a:cubicBezTo>
                  <a:pt x="8426946" y="3586662"/>
                  <a:pt x="8426699" y="3598247"/>
                  <a:pt x="8426699" y="3605971"/>
                </a:cubicBezTo>
                <a:cubicBezTo>
                  <a:pt x="8426699" y="3612708"/>
                  <a:pt x="8429000" y="3616077"/>
                  <a:pt x="8433600" y="3616077"/>
                </a:cubicBezTo>
                <a:lnTo>
                  <a:pt x="8508289" y="3616077"/>
                </a:lnTo>
                <a:cubicBezTo>
                  <a:pt x="8513054" y="3616077"/>
                  <a:pt x="8515438" y="3613366"/>
                  <a:pt x="8515438" y="3607943"/>
                </a:cubicBezTo>
                <a:cubicBezTo>
                  <a:pt x="8515438" y="3600055"/>
                  <a:pt x="8515191" y="3588264"/>
                  <a:pt x="8514698" y="3572570"/>
                </a:cubicBezTo>
                <a:cubicBezTo>
                  <a:pt x="8514205" y="3556877"/>
                  <a:pt x="8513958" y="3545168"/>
                  <a:pt x="8513958" y="3537445"/>
                </a:cubicBezTo>
                <a:cubicBezTo>
                  <a:pt x="8513958" y="3503921"/>
                  <a:pt x="8514287" y="3483708"/>
                  <a:pt x="8514944" y="3476807"/>
                </a:cubicBezTo>
                <a:cubicBezTo>
                  <a:pt x="8515766" y="3468919"/>
                  <a:pt x="8519998" y="3461729"/>
                  <a:pt x="8527639" y="3455238"/>
                </a:cubicBezTo>
                <a:cubicBezTo>
                  <a:pt x="8535280" y="3448747"/>
                  <a:pt x="8542964" y="3445501"/>
                  <a:pt x="8550686" y="3445501"/>
                </a:cubicBezTo>
                <a:cubicBezTo>
                  <a:pt x="8568270" y="3445501"/>
                  <a:pt x="8577555" y="3455279"/>
                  <a:pt x="8578540" y="3474835"/>
                </a:cubicBezTo>
                <a:cubicBezTo>
                  <a:pt x="8579198" y="3486995"/>
                  <a:pt x="8579526" y="3507454"/>
                  <a:pt x="8579526" y="3536212"/>
                </a:cubicBezTo>
                <a:cubicBezTo>
                  <a:pt x="8579526" y="3543771"/>
                  <a:pt x="8579280" y="3555069"/>
                  <a:pt x="8578787" y="3570106"/>
                </a:cubicBezTo>
                <a:cubicBezTo>
                  <a:pt x="8578294" y="3585142"/>
                  <a:pt x="8578048" y="3596440"/>
                  <a:pt x="8578048" y="3603999"/>
                </a:cubicBezTo>
                <a:cubicBezTo>
                  <a:pt x="8578048" y="3611065"/>
                  <a:pt x="8580512" y="3615091"/>
                  <a:pt x="8585442" y="3616077"/>
                </a:cubicBezTo>
                <a:cubicBezTo>
                  <a:pt x="8590372" y="3617063"/>
                  <a:pt x="8602862" y="3617556"/>
                  <a:pt x="8622910" y="3617556"/>
                </a:cubicBezTo>
                <a:cubicBezTo>
                  <a:pt x="8642302" y="3617556"/>
                  <a:pt x="8654462" y="3617227"/>
                  <a:pt x="8659392" y="3616570"/>
                </a:cubicBezTo>
                <a:cubicBezTo>
                  <a:pt x="8664322" y="3615913"/>
                  <a:pt x="8666786" y="3612708"/>
                  <a:pt x="8666786" y="3606957"/>
                </a:cubicBezTo>
                <a:cubicBezTo>
                  <a:pt x="8666786" y="3596604"/>
                  <a:pt x="8666540" y="3581034"/>
                  <a:pt x="8666047" y="3560246"/>
                </a:cubicBezTo>
                <a:cubicBezTo>
                  <a:pt x="8665554" y="3539458"/>
                  <a:pt x="8665308" y="3523887"/>
                  <a:pt x="8665308" y="3513535"/>
                </a:cubicBezTo>
                <a:cubicBezTo>
                  <a:pt x="8665308" y="3504825"/>
                  <a:pt x="8665554" y="3491720"/>
                  <a:pt x="8666047" y="3474218"/>
                </a:cubicBezTo>
                <a:cubicBezTo>
                  <a:pt x="8666540" y="3456717"/>
                  <a:pt x="8666786" y="3443612"/>
                  <a:pt x="8666786" y="3434902"/>
                </a:cubicBezTo>
                <a:cubicBezTo>
                  <a:pt x="8666786" y="3413868"/>
                  <a:pt x="8659063" y="3397681"/>
                  <a:pt x="8643616" y="3386342"/>
                </a:cubicBezTo>
                <a:cubicBezTo>
                  <a:pt x="8629976" y="3376318"/>
                  <a:pt x="8612311" y="3371306"/>
                  <a:pt x="8590619" y="3371306"/>
                </a:cubicBezTo>
                <a:cubicBezTo>
                  <a:pt x="8576158" y="3371306"/>
                  <a:pt x="8561286" y="3375332"/>
                  <a:pt x="8546003" y="3383385"/>
                </a:cubicBezTo>
                <a:cubicBezTo>
                  <a:pt x="8530720" y="3391437"/>
                  <a:pt x="8518724" y="3401379"/>
                  <a:pt x="8510014" y="3413211"/>
                </a:cubicBezTo>
                <a:cubicBezTo>
                  <a:pt x="8506070" y="3399571"/>
                  <a:pt x="8497444" y="3388972"/>
                  <a:pt x="8484132" y="3381413"/>
                </a:cubicBezTo>
                <a:cubicBezTo>
                  <a:pt x="8472300" y="3374675"/>
                  <a:pt x="8458826" y="3371306"/>
                  <a:pt x="8443707" y="3371306"/>
                </a:cubicBezTo>
                <a:close/>
                <a:moveTo>
                  <a:pt x="5423013" y="3369334"/>
                </a:moveTo>
                <a:cubicBezTo>
                  <a:pt x="5384888" y="3369334"/>
                  <a:pt x="5354651" y="3381207"/>
                  <a:pt x="5332302" y="3404953"/>
                </a:cubicBezTo>
                <a:cubicBezTo>
                  <a:pt x="5309953" y="3428699"/>
                  <a:pt x="5298779" y="3459634"/>
                  <a:pt x="5298779" y="3497759"/>
                </a:cubicBezTo>
                <a:cubicBezTo>
                  <a:pt x="5298779" y="3533912"/>
                  <a:pt x="5310446" y="3563491"/>
                  <a:pt x="5333782" y="3586498"/>
                </a:cubicBezTo>
                <a:cubicBezTo>
                  <a:pt x="5357116" y="3609504"/>
                  <a:pt x="5386860" y="3621007"/>
                  <a:pt x="5423013" y="3621007"/>
                </a:cubicBezTo>
                <a:cubicBezTo>
                  <a:pt x="5460316" y="3621007"/>
                  <a:pt x="5490430" y="3609340"/>
                  <a:pt x="5513354" y="3586005"/>
                </a:cubicBezTo>
                <a:cubicBezTo>
                  <a:pt x="5536278" y="3562670"/>
                  <a:pt x="5547740" y="3532268"/>
                  <a:pt x="5547740" y="3494801"/>
                </a:cubicBezTo>
                <a:cubicBezTo>
                  <a:pt x="5547740" y="3457662"/>
                  <a:pt x="5536237" y="3427466"/>
                  <a:pt x="5513231" y="3404214"/>
                </a:cubicBezTo>
                <a:cubicBezTo>
                  <a:pt x="5490224" y="3380961"/>
                  <a:pt x="5460152" y="3369334"/>
                  <a:pt x="5423013" y="3369334"/>
                </a:cubicBezTo>
                <a:close/>
                <a:moveTo>
                  <a:pt x="3441813" y="3369334"/>
                </a:moveTo>
                <a:cubicBezTo>
                  <a:pt x="3403689" y="3369334"/>
                  <a:pt x="3373451" y="3381207"/>
                  <a:pt x="3351103" y="3404953"/>
                </a:cubicBezTo>
                <a:cubicBezTo>
                  <a:pt x="3328753" y="3428699"/>
                  <a:pt x="3317579" y="3459634"/>
                  <a:pt x="3317579" y="3497759"/>
                </a:cubicBezTo>
                <a:cubicBezTo>
                  <a:pt x="3317579" y="3533912"/>
                  <a:pt x="3329246" y="3563491"/>
                  <a:pt x="3352582" y="3586498"/>
                </a:cubicBezTo>
                <a:cubicBezTo>
                  <a:pt x="3375917" y="3609504"/>
                  <a:pt x="3405660" y="3621007"/>
                  <a:pt x="3441813" y="3621007"/>
                </a:cubicBezTo>
                <a:cubicBezTo>
                  <a:pt x="3479117" y="3621007"/>
                  <a:pt x="3509230" y="3609340"/>
                  <a:pt x="3532154" y="3586005"/>
                </a:cubicBezTo>
                <a:cubicBezTo>
                  <a:pt x="3555079" y="3562670"/>
                  <a:pt x="3566540" y="3532268"/>
                  <a:pt x="3566540" y="3494801"/>
                </a:cubicBezTo>
                <a:cubicBezTo>
                  <a:pt x="3566540" y="3457662"/>
                  <a:pt x="3555037" y="3427466"/>
                  <a:pt x="3532031" y="3404214"/>
                </a:cubicBezTo>
                <a:cubicBezTo>
                  <a:pt x="3509025" y="3380961"/>
                  <a:pt x="3478952" y="3369334"/>
                  <a:pt x="3441813" y="3369334"/>
                </a:cubicBezTo>
                <a:close/>
                <a:moveTo>
                  <a:pt x="9099662" y="3365637"/>
                </a:moveTo>
                <a:cubicBezTo>
                  <a:pt x="9062195" y="3365637"/>
                  <a:pt x="9032122" y="3378126"/>
                  <a:pt x="9009444" y="3403104"/>
                </a:cubicBezTo>
                <a:cubicBezTo>
                  <a:pt x="8987424" y="3427261"/>
                  <a:pt x="8976414" y="3458237"/>
                  <a:pt x="8976414" y="3496033"/>
                </a:cubicBezTo>
                <a:cubicBezTo>
                  <a:pt x="8976414" y="3534815"/>
                  <a:pt x="8988739" y="3565792"/>
                  <a:pt x="9013388" y="3588963"/>
                </a:cubicBezTo>
                <a:cubicBezTo>
                  <a:pt x="9037381" y="3611805"/>
                  <a:pt x="9068932" y="3623226"/>
                  <a:pt x="9108044" y="3623226"/>
                </a:cubicBezTo>
                <a:cubicBezTo>
                  <a:pt x="9150276" y="3623226"/>
                  <a:pt x="9181418" y="3612462"/>
                  <a:pt x="9201466" y="3590934"/>
                </a:cubicBezTo>
                <a:cubicBezTo>
                  <a:pt x="9203930" y="3588305"/>
                  <a:pt x="9205163" y="3586415"/>
                  <a:pt x="9205163" y="3585265"/>
                </a:cubicBezTo>
                <a:cubicBezTo>
                  <a:pt x="9205163" y="3581157"/>
                  <a:pt x="9201096" y="3571543"/>
                  <a:pt x="9192962" y="3556425"/>
                </a:cubicBezTo>
                <a:cubicBezTo>
                  <a:pt x="9184827" y="3541307"/>
                  <a:pt x="9179034" y="3532926"/>
                  <a:pt x="9175584" y="3531282"/>
                </a:cubicBezTo>
                <a:cubicBezTo>
                  <a:pt x="9169339" y="3535226"/>
                  <a:pt x="9163094" y="3539170"/>
                  <a:pt x="9156850" y="3543114"/>
                </a:cubicBezTo>
                <a:cubicBezTo>
                  <a:pt x="9142060" y="3551002"/>
                  <a:pt x="9127352" y="3554946"/>
                  <a:pt x="9112726" y="3554946"/>
                </a:cubicBezTo>
                <a:cubicBezTo>
                  <a:pt x="9100566" y="3554946"/>
                  <a:pt x="9089720" y="3552645"/>
                  <a:pt x="9080189" y="3548044"/>
                </a:cubicBezTo>
                <a:cubicBezTo>
                  <a:pt x="9068522" y="3542457"/>
                  <a:pt x="9061538" y="3534322"/>
                  <a:pt x="9059237" y="3523641"/>
                </a:cubicBezTo>
                <a:cubicBezTo>
                  <a:pt x="9097690" y="3520683"/>
                  <a:pt x="9126612" y="3518136"/>
                  <a:pt x="9146004" y="3516000"/>
                </a:cubicBezTo>
                <a:cubicBezTo>
                  <a:pt x="9178213" y="3512713"/>
                  <a:pt x="9195221" y="3510905"/>
                  <a:pt x="9197028" y="3510577"/>
                </a:cubicBezTo>
                <a:cubicBezTo>
                  <a:pt x="9207710" y="3508276"/>
                  <a:pt x="9213051" y="3498827"/>
                  <a:pt x="9213051" y="3482229"/>
                </a:cubicBezTo>
                <a:cubicBezTo>
                  <a:pt x="9213051" y="3450514"/>
                  <a:pt x="9202040" y="3423152"/>
                  <a:pt x="9180020" y="3400146"/>
                </a:cubicBezTo>
                <a:cubicBezTo>
                  <a:pt x="9158000" y="3377140"/>
                  <a:pt x="9131214" y="3365637"/>
                  <a:pt x="9099662" y="3365637"/>
                </a:cubicBezTo>
                <a:close/>
                <a:moveTo>
                  <a:pt x="7903085" y="3276898"/>
                </a:moveTo>
                <a:cubicBezTo>
                  <a:pt x="7889938" y="3276898"/>
                  <a:pt x="7878681" y="3280677"/>
                  <a:pt x="7869315" y="3288237"/>
                </a:cubicBezTo>
                <a:cubicBezTo>
                  <a:pt x="7859126" y="3296453"/>
                  <a:pt x="7854032" y="3306971"/>
                  <a:pt x="7854032" y="3319788"/>
                </a:cubicBezTo>
                <a:cubicBezTo>
                  <a:pt x="7854032" y="3333263"/>
                  <a:pt x="7858962" y="3343945"/>
                  <a:pt x="7868822" y="3351833"/>
                </a:cubicBezTo>
                <a:cubicBezTo>
                  <a:pt x="7877860" y="3359063"/>
                  <a:pt x="7889281" y="3362679"/>
                  <a:pt x="7903085" y="3362679"/>
                </a:cubicBezTo>
                <a:cubicBezTo>
                  <a:pt x="7935294" y="3362679"/>
                  <a:pt x="7951398" y="3348382"/>
                  <a:pt x="7951398" y="3319788"/>
                </a:cubicBezTo>
                <a:cubicBezTo>
                  <a:pt x="7951398" y="3307135"/>
                  <a:pt x="7946386" y="3296700"/>
                  <a:pt x="7936362" y="3288483"/>
                </a:cubicBezTo>
                <a:cubicBezTo>
                  <a:pt x="7926995" y="3280760"/>
                  <a:pt x="7915902" y="3276898"/>
                  <a:pt x="7903085" y="3276898"/>
                </a:cubicBezTo>
                <a:close/>
                <a:moveTo>
                  <a:pt x="7543799" y="3267285"/>
                </a:moveTo>
                <a:cubicBezTo>
                  <a:pt x="7543636" y="3267285"/>
                  <a:pt x="7532872" y="3268106"/>
                  <a:pt x="7511509" y="3269749"/>
                </a:cubicBezTo>
                <a:cubicBezTo>
                  <a:pt x="7471741" y="3272872"/>
                  <a:pt x="7444462" y="3274433"/>
                  <a:pt x="7429672" y="3274433"/>
                </a:cubicBezTo>
                <a:cubicBezTo>
                  <a:pt x="7377579" y="3274433"/>
                  <a:pt x="7338222" y="3272707"/>
                  <a:pt x="7311600" y="3269257"/>
                </a:cubicBezTo>
                <a:cubicBezTo>
                  <a:pt x="7309628" y="3269092"/>
                  <a:pt x="7308478" y="3269010"/>
                  <a:pt x="7308149" y="3269010"/>
                </a:cubicBezTo>
                <a:cubicBezTo>
                  <a:pt x="7305355" y="3269010"/>
                  <a:pt x="7303383" y="3275173"/>
                  <a:pt x="7302233" y="3287497"/>
                </a:cubicBezTo>
                <a:cubicBezTo>
                  <a:pt x="7301576" y="3295221"/>
                  <a:pt x="7301001" y="3302944"/>
                  <a:pt x="7300508" y="3310668"/>
                </a:cubicBezTo>
                <a:cubicBezTo>
                  <a:pt x="7300179" y="3313133"/>
                  <a:pt x="7298700" y="3320117"/>
                  <a:pt x="7296071" y="3331620"/>
                </a:cubicBezTo>
                <a:cubicBezTo>
                  <a:pt x="7293770" y="3342137"/>
                  <a:pt x="7292620" y="3348464"/>
                  <a:pt x="7292620" y="3350600"/>
                </a:cubicBezTo>
                <a:cubicBezTo>
                  <a:pt x="7292620" y="3352244"/>
                  <a:pt x="7293935" y="3353065"/>
                  <a:pt x="7296564" y="3353065"/>
                </a:cubicBezTo>
                <a:cubicBezTo>
                  <a:pt x="7316119" y="3353065"/>
                  <a:pt x="7342330" y="3351422"/>
                  <a:pt x="7375196" y="3348135"/>
                </a:cubicBezTo>
                <a:cubicBezTo>
                  <a:pt x="7376511" y="3392505"/>
                  <a:pt x="7377168" y="3421099"/>
                  <a:pt x="7377168" y="3433916"/>
                </a:cubicBezTo>
                <a:cubicBezTo>
                  <a:pt x="7377168" y="3453307"/>
                  <a:pt x="7376346" y="3482394"/>
                  <a:pt x="7374703" y="3521176"/>
                </a:cubicBezTo>
                <a:cubicBezTo>
                  <a:pt x="7373060" y="3559958"/>
                  <a:pt x="7372238" y="3589045"/>
                  <a:pt x="7372238" y="3608436"/>
                </a:cubicBezTo>
                <a:cubicBezTo>
                  <a:pt x="7372238" y="3612708"/>
                  <a:pt x="7374539" y="3615256"/>
                  <a:pt x="7379140" y="3616077"/>
                </a:cubicBezTo>
                <a:cubicBezTo>
                  <a:pt x="7387685" y="3617392"/>
                  <a:pt x="7402557" y="3618049"/>
                  <a:pt x="7423756" y="3618049"/>
                </a:cubicBezTo>
                <a:cubicBezTo>
                  <a:pt x="7442818" y="3618049"/>
                  <a:pt x="7457279" y="3617392"/>
                  <a:pt x="7467139" y="3616077"/>
                </a:cubicBezTo>
                <a:cubicBezTo>
                  <a:pt x="7471248" y="3615584"/>
                  <a:pt x="7473548" y="3615173"/>
                  <a:pt x="7474041" y="3614845"/>
                </a:cubicBezTo>
                <a:cubicBezTo>
                  <a:pt x="7475520" y="3614023"/>
                  <a:pt x="7476260" y="3612051"/>
                  <a:pt x="7476260" y="3608929"/>
                </a:cubicBezTo>
                <a:cubicBezTo>
                  <a:pt x="7476260" y="3589538"/>
                  <a:pt x="7475479" y="3560369"/>
                  <a:pt x="7473918" y="3521422"/>
                </a:cubicBezTo>
                <a:cubicBezTo>
                  <a:pt x="7472357" y="3482476"/>
                  <a:pt x="7471576" y="3453307"/>
                  <a:pt x="7471576" y="3433916"/>
                </a:cubicBezTo>
                <a:cubicBezTo>
                  <a:pt x="7471576" y="3417483"/>
                  <a:pt x="7472069" y="3388479"/>
                  <a:pt x="7473055" y="3346903"/>
                </a:cubicBezTo>
                <a:cubicBezTo>
                  <a:pt x="7516274" y="3349368"/>
                  <a:pt x="7541006" y="3350600"/>
                  <a:pt x="7547250" y="3350600"/>
                </a:cubicBezTo>
                <a:cubicBezTo>
                  <a:pt x="7550866" y="3350600"/>
                  <a:pt x="7552673" y="3348957"/>
                  <a:pt x="7552673" y="3345670"/>
                </a:cubicBezTo>
                <a:cubicBezTo>
                  <a:pt x="7552673" y="3341726"/>
                  <a:pt x="7552140" y="3335769"/>
                  <a:pt x="7551071" y="3327799"/>
                </a:cubicBezTo>
                <a:cubicBezTo>
                  <a:pt x="7550003" y="3319829"/>
                  <a:pt x="7549469" y="3313790"/>
                  <a:pt x="7549469" y="3309682"/>
                </a:cubicBezTo>
                <a:cubicBezTo>
                  <a:pt x="7549469" y="3306067"/>
                  <a:pt x="7549633" y="3299904"/>
                  <a:pt x="7549962" y="3291195"/>
                </a:cubicBezTo>
                <a:cubicBezTo>
                  <a:pt x="7550291" y="3283307"/>
                  <a:pt x="7550455" y="3277145"/>
                  <a:pt x="7550455" y="3272707"/>
                </a:cubicBezTo>
                <a:cubicBezTo>
                  <a:pt x="7550291" y="3269914"/>
                  <a:pt x="7549962" y="3268312"/>
                  <a:pt x="7549469" y="3267901"/>
                </a:cubicBezTo>
                <a:cubicBezTo>
                  <a:pt x="7548976" y="3267490"/>
                  <a:pt x="7547087" y="3267285"/>
                  <a:pt x="7543799" y="3267285"/>
                </a:cubicBezTo>
                <a:close/>
                <a:moveTo>
                  <a:pt x="3003333" y="3266792"/>
                </a:moveTo>
                <a:cubicBezTo>
                  <a:pt x="2990187" y="3266792"/>
                  <a:pt x="2970426" y="3267777"/>
                  <a:pt x="2944051" y="3269749"/>
                </a:cubicBezTo>
                <a:cubicBezTo>
                  <a:pt x="2917676" y="3271721"/>
                  <a:pt x="2897915" y="3272707"/>
                  <a:pt x="2884768" y="3272707"/>
                </a:cubicBezTo>
                <a:cubicBezTo>
                  <a:pt x="2872444" y="3272707"/>
                  <a:pt x="2853997" y="3272461"/>
                  <a:pt x="2829430" y="3271968"/>
                </a:cubicBezTo>
                <a:cubicBezTo>
                  <a:pt x="2804862" y="3271475"/>
                  <a:pt x="2786498" y="3271229"/>
                  <a:pt x="2774338" y="3271229"/>
                </a:cubicBezTo>
                <a:cubicBezTo>
                  <a:pt x="2769244" y="3271229"/>
                  <a:pt x="2766778" y="3273283"/>
                  <a:pt x="2766943" y="3277391"/>
                </a:cubicBezTo>
                <a:lnTo>
                  <a:pt x="2767189" y="3280349"/>
                </a:lnTo>
                <a:cubicBezTo>
                  <a:pt x="2767354" y="3284128"/>
                  <a:pt x="2768915" y="3311408"/>
                  <a:pt x="2771873" y="3362186"/>
                </a:cubicBezTo>
                <a:cubicBezTo>
                  <a:pt x="2773845" y="3395052"/>
                  <a:pt x="2774831" y="3422331"/>
                  <a:pt x="2774831" y="3444023"/>
                </a:cubicBezTo>
                <a:cubicBezTo>
                  <a:pt x="2774831" y="3462263"/>
                  <a:pt x="2774215" y="3489665"/>
                  <a:pt x="2772982" y="3526229"/>
                </a:cubicBezTo>
                <a:cubicBezTo>
                  <a:pt x="2771749" y="3562793"/>
                  <a:pt x="2771133" y="3590195"/>
                  <a:pt x="2771133" y="3608436"/>
                </a:cubicBezTo>
                <a:cubicBezTo>
                  <a:pt x="2771133" y="3612380"/>
                  <a:pt x="2773516" y="3614927"/>
                  <a:pt x="2778281" y="3616077"/>
                </a:cubicBezTo>
                <a:cubicBezTo>
                  <a:pt x="2787156" y="3618213"/>
                  <a:pt x="2806957" y="3619282"/>
                  <a:pt x="2837687" y="3619282"/>
                </a:cubicBezTo>
                <a:cubicBezTo>
                  <a:pt x="2855107" y="3619282"/>
                  <a:pt x="2862419" y="3619364"/>
                  <a:pt x="2859626" y="3619528"/>
                </a:cubicBezTo>
                <a:cubicBezTo>
                  <a:pt x="2869978" y="3618871"/>
                  <a:pt x="2875155" y="3616406"/>
                  <a:pt x="2875155" y="3612133"/>
                </a:cubicBezTo>
                <a:cubicBezTo>
                  <a:pt x="2875155" y="3615091"/>
                  <a:pt x="2874333" y="3602849"/>
                  <a:pt x="2872690" y="3575405"/>
                </a:cubicBezTo>
                <a:cubicBezTo>
                  <a:pt x="2870718" y="3545004"/>
                  <a:pt x="2869732" y="3518136"/>
                  <a:pt x="2869732" y="3494801"/>
                </a:cubicBezTo>
                <a:cubicBezTo>
                  <a:pt x="2869732" y="3489049"/>
                  <a:pt x="2873922" y="3485516"/>
                  <a:pt x="2882303" y="3484201"/>
                </a:cubicBezTo>
                <a:cubicBezTo>
                  <a:pt x="2883782" y="3484037"/>
                  <a:pt x="2890273" y="3483955"/>
                  <a:pt x="2901776" y="3483955"/>
                </a:cubicBezTo>
                <a:cubicBezTo>
                  <a:pt x="2937436" y="3483955"/>
                  <a:pt x="2964058" y="3484777"/>
                  <a:pt x="2981641" y="3486420"/>
                </a:cubicBezTo>
                <a:cubicBezTo>
                  <a:pt x="2994130" y="3487570"/>
                  <a:pt x="2999307" y="3488145"/>
                  <a:pt x="2997170" y="3488145"/>
                </a:cubicBezTo>
                <a:cubicBezTo>
                  <a:pt x="3000457" y="3488145"/>
                  <a:pt x="3002675" y="3486666"/>
                  <a:pt x="3003826" y="3483708"/>
                </a:cubicBezTo>
                <a:cubicBezTo>
                  <a:pt x="3005634" y="3479600"/>
                  <a:pt x="3006538" y="3464975"/>
                  <a:pt x="3006538" y="3439832"/>
                </a:cubicBezTo>
                <a:cubicBezTo>
                  <a:pt x="3006538" y="3410910"/>
                  <a:pt x="3003826" y="3396449"/>
                  <a:pt x="2998403" y="3396449"/>
                </a:cubicBezTo>
                <a:cubicBezTo>
                  <a:pt x="2987064" y="3396449"/>
                  <a:pt x="2970097" y="3397065"/>
                  <a:pt x="2947501" y="3398298"/>
                </a:cubicBezTo>
                <a:cubicBezTo>
                  <a:pt x="2924906" y="3399530"/>
                  <a:pt x="2907939" y="3400146"/>
                  <a:pt x="2896600" y="3400146"/>
                </a:cubicBezTo>
                <a:cubicBezTo>
                  <a:pt x="2889863" y="3400146"/>
                  <a:pt x="2884850" y="3399735"/>
                  <a:pt x="2881564" y="3398914"/>
                </a:cubicBezTo>
                <a:cubicBezTo>
                  <a:pt x="2873676" y="3396778"/>
                  <a:pt x="2869732" y="3387903"/>
                  <a:pt x="2869732" y="3372292"/>
                </a:cubicBezTo>
                <a:cubicBezTo>
                  <a:pt x="2869732" y="3359310"/>
                  <a:pt x="2872772" y="3351422"/>
                  <a:pt x="2878852" y="3348628"/>
                </a:cubicBezTo>
                <a:cubicBezTo>
                  <a:pt x="2881481" y="3347478"/>
                  <a:pt x="2890684" y="3346903"/>
                  <a:pt x="2906460" y="3346903"/>
                </a:cubicBezTo>
                <a:cubicBezTo>
                  <a:pt x="2918949" y="3346903"/>
                  <a:pt x="2937724" y="3347971"/>
                  <a:pt x="2962785" y="3350107"/>
                </a:cubicBezTo>
                <a:cubicBezTo>
                  <a:pt x="2987845" y="3352244"/>
                  <a:pt x="3006538" y="3353312"/>
                  <a:pt x="3018862" y="3353312"/>
                </a:cubicBezTo>
                <a:cubicBezTo>
                  <a:pt x="3022149" y="3353312"/>
                  <a:pt x="3023792" y="3352408"/>
                  <a:pt x="3023792" y="3350600"/>
                </a:cubicBezTo>
                <a:cubicBezTo>
                  <a:pt x="3023792" y="3345670"/>
                  <a:pt x="3022970" y="3338686"/>
                  <a:pt x="3021327" y="3329648"/>
                </a:cubicBezTo>
                <a:cubicBezTo>
                  <a:pt x="3019519" y="3319295"/>
                  <a:pt x="3018452" y="3312311"/>
                  <a:pt x="3018123" y="3308696"/>
                </a:cubicBezTo>
                <a:cubicBezTo>
                  <a:pt x="3017465" y="3294563"/>
                  <a:pt x="3017137" y="3283964"/>
                  <a:pt x="3017137" y="3276898"/>
                </a:cubicBezTo>
                <a:cubicBezTo>
                  <a:pt x="3016151" y="3270160"/>
                  <a:pt x="3011550" y="3266792"/>
                  <a:pt x="3003333" y="3266792"/>
                </a:cubicBezTo>
                <a:close/>
                <a:moveTo>
                  <a:pt x="5228873" y="2176185"/>
                </a:moveTo>
                <a:cubicBezTo>
                  <a:pt x="5313935" y="2176185"/>
                  <a:pt x="5382924" y="2203632"/>
                  <a:pt x="5435839" y="2258527"/>
                </a:cubicBezTo>
                <a:cubicBezTo>
                  <a:pt x="5488756" y="2313421"/>
                  <a:pt x="5515213" y="2382905"/>
                  <a:pt x="5515213" y="2466977"/>
                </a:cubicBezTo>
                <a:cubicBezTo>
                  <a:pt x="5515213" y="2552038"/>
                  <a:pt x="5488508" y="2622016"/>
                  <a:pt x="5435097" y="2676910"/>
                </a:cubicBezTo>
                <a:cubicBezTo>
                  <a:pt x="5381687" y="2731805"/>
                  <a:pt x="5312946" y="2759252"/>
                  <a:pt x="5228873" y="2759252"/>
                </a:cubicBezTo>
                <a:cubicBezTo>
                  <a:pt x="5149746" y="2759252"/>
                  <a:pt x="5082488" y="2730568"/>
                  <a:pt x="5027099" y="2673201"/>
                </a:cubicBezTo>
                <a:cubicBezTo>
                  <a:pt x="4971710" y="2615834"/>
                  <a:pt x="4944016" y="2547093"/>
                  <a:pt x="4944016" y="2466977"/>
                </a:cubicBezTo>
                <a:cubicBezTo>
                  <a:pt x="4944016" y="2381915"/>
                  <a:pt x="4970227" y="2312185"/>
                  <a:pt x="5022648" y="2257785"/>
                </a:cubicBezTo>
                <a:cubicBezTo>
                  <a:pt x="5075070" y="2203385"/>
                  <a:pt x="5143812" y="2176185"/>
                  <a:pt x="5228873" y="2176185"/>
                </a:cubicBezTo>
                <a:close/>
                <a:moveTo>
                  <a:pt x="8872673" y="2147996"/>
                </a:moveTo>
                <a:cubicBezTo>
                  <a:pt x="9008178" y="2147996"/>
                  <a:pt x="9075930" y="2207836"/>
                  <a:pt x="9075930" y="2327515"/>
                </a:cubicBezTo>
                <a:cubicBezTo>
                  <a:pt x="9075930" y="2469944"/>
                  <a:pt x="8975538" y="2541158"/>
                  <a:pt x="8774754" y="2541158"/>
                </a:cubicBezTo>
                <a:cubicBezTo>
                  <a:pt x="8678812" y="2541158"/>
                  <a:pt x="8621940" y="2535224"/>
                  <a:pt x="8604136" y="2523355"/>
                </a:cubicBezTo>
                <a:cubicBezTo>
                  <a:pt x="8581387" y="2506540"/>
                  <a:pt x="8570012" y="2457086"/>
                  <a:pt x="8570012" y="2374992"/>
                </a:cubicBezTo>
                <a:cubicBezTo>
                  <a:pt x="8570012" y="2317625"/>
                  <a:pt x="8606608" y="2264708"/>
                  <a:pt x="8679801" y="2216243"/>
                </a:cubicBezTo>
                <a:cubicBezTo>
                  <a:pt x="8748048" y="2170745"/>
                  <a:pt x="8812339" y="2147996"/>
                  <a:pt x="8872673" y="2147996"/>
                </a:cubicBezTo>
                <a:close/>
                <a:moveTo>
                  <a:pt x="7308880" y="1732580"/>
                </a:moveTo>
                <a:cubicBezTo>
                  <a:pt x="7220851" y="1732580"/>
                  <a:pt x="7118234" y="1766951"/>
                  <a:pt x="7001027" y="1835692"/>
                </a:cubicBezTo>
                <a:cubicBezTo>
                  <a:pt x="6883820" y="1904433"/>
                  <a:pt x="6830657" y="1938804"/>
                  <a:pt x="6841537" y="1938804"/>
                </a:cubicBezTo>
                <a:cubicBezTo>
                  <a:pt x="6830657" y="1938804"/>
                  <a:pt x="6822250" y="1905423"/>
                  <a:pt x="6816315" y="1838659"/>
                </a:cubicBezTo>
                <a:cubicBezTo>
                  <a:pt x="6810381" y="1771896"/>
                  <a:pt x="6801974" y="1738514"/>
                  <a:pt x="6791093" y="1738514"/>
                </a:cubicBezTo>
                <a:cubicBezTo>
                  <a:pt x="6771311" y="1738514"/>
                  <a:pt x="6682788" y="1753845"/>
                  <a:pt x="6525524" y="1784507"/>
                </a:cubicBezTo>
                <a:cubicBezTo>
                  <a:pt x="6421669" y="1799343"/>
                  <a:pt x="6338586" y="1810223"/>
                  <a:pt x="6276274" y="1817147"/>
                </a:cubicBezTo>
                <a:cubicBezTo>
                  <a:pt x="6261437" y="1823081"/>
                  <a:pt x="6254019" y="1833961"/>
                  <a:pt x="6254019" y="1849787"/>
                </a:cubicBezTo>
                <a:cubicBezTo>
                  <a:pt x="6254019" y="1855721"/>
                  <a:pt x="6255008" y="1863139"/>
                  <a:pt x="6256986" y="1872041"/>
                </a:cubicBezTo>
                <a:cubicBezTo>
                  <a:pt x="6295561" y="2012491"/>
                  <a:pt x="6314848" y="2205858"/>
                  <a:pt x="6314848" y="2452140"/>
                </a:cubicBezTo>
                <a:cubicBezTo>
                  <a:pt x="6314848" y="2530279"/>
                  <a:pt x="6314353" y="2646991"/>
                  <a:pt x="6313364" y="2802277"/>
                </a:cubicBezTo>
                <a:cubicBezTo>
                  <a:pt x="6312376" y="2957564"/>
                  <a:pt x="6311881" y="3073781"/>
                  <a:pt x="6311881" y="3150930"/>
                </a:cubicBezTo>
                <a:cubicBezTo>
                  <a:pt x="6311881" y="3178625"/>
                  <a:pt x="6327212" y="3194945"/>
                  <a:pt x="6357873" y="3199890"/>
                </a:cubicBezTo>
                <a:cubicBezTo>
                  <a:pt x="6392492" y="3205825"/>
                  <a:pt x="6467662" y="3208792"/>
                  <a:pt x="6583385" y="3208792"/>
                </a:cubicBezTo>
                <a:cubicBezTo>
                  <a:pt x="6690207" y="3208792"/>
                  <a:pt x="6760926" y="3206814"/>
                  <a:pt x="6795544" y="3202857"/>
                </a:cubicBezTo>
                <a:cubicBezTo>
                  <a:pt x="6826206" y="3198901"/>
                  <a:pt x="6841537" y="3180603"/>
                  <a:pt x="6841537" y="3147963"/>
                </a:cubicBezTo>
                <a:lnTo>
                  <a:pt x="6841537" y="2346803"/>
                </a:lnTo>
                <a:cubicBezTo>
                  <a:pt x="6841537" y="2310206"/>
                  <a:pt x="6869231" y="2273116"/>
                  <a:pt x="6924620" y="2235530"/>
                </a:cubicBezTo>
                <a:cubicBezTo>
                  <a:pt x="6976052" y="2201901"/>
                  <a:pt x="7021056" y="2185087"/>
                  <a:pt x="7059631" y="2185087"/>
                </a:cubicBezTo>
                <a:cubicBezTo>
                  <a:pt x="7177331" y="2185087"/>
                  <a:pt x="7236183" y="2252839"/>
                  <a:pt x="7236183" y="2388345"/>
                </a:cubicBezTo>
                <a:cubicBezTo>
                  <a:pt x="7236183" y="2424941"/>
                  <a:pt x="7237171" y="2479588"/>
                  <a:pt x="7239150" y="2552285"/>
                </a:cubicBezTo>
                <a:cubicBezTo>
                  <a:pt x="7241128" y="2624983"/>
                  <a:pt x="7242117" y="2679631"/>
                  <a:pt x="7242117" y="2716227"/>
                </a:cubicBezTo>
                <a:cubicBezTo>
                  <a:pt x="7242117" y="2763703"/>
                  <a:pt x="7240633" y="2834423"/>
                  <a:pt x="7237666" y="2928386"/>
                </a:cubicBezTo>
                <a:cubicBezTo>
                  <a:pt x="7234699" y="3022349"/>
                  <a:pt x="7233215" y="3092574"/>
                  <a:pt x="7233215" y="3139061"/>
                </a:cubicBezTo>
                <a:cubicBezTo>
                  <a:pt x="7233215" y="3173679"/>
                  <a:pt x="7248052" y="3193955"/>
                  <a:pt x="7277724" y="3199890"/>
                </a:cubicBezTo>
                <a:cubicBezTo>
                  <a:pt x="7307397" y="3205825"/>
                  <a:pt x="7384546" y="3208792"/>
                  <a:pt x="7509171" y="3208792"/>
                </a:cubicBezTo>
                <a:cubicBezTo>
                  <a:pt x="7625883" y="3208792"/>
                  <a:pt x="7698086" y="3206814"/>
                  <a:pt x="7725781" y="3202857"/>
                </a:cubicBezTo>
                <a:cubicBezTo>
                  <a:pt x="7753475" y="3198901"/>
                  <a:pt x="7767322" y="3183570"/>
                  <a:pt x="7767322" y="3156865"/>
                </a:cubicBezTo>
                <a:cubicBezTo>
                  <a:pt x="7767322" y="3092574"/>
                  <a:pt x="7766827" y="2996386"/>
                  <a:pt x="7765839" y="2868299"/>
                </a:cubicBezTo>
                <a:cubicBezTo>
                  <a:pt x="7764850" y="2740212"/>
                  <a:pt x="7764355" y="2644023"/>
                  <a:pt x="7764355" y="2579733"/>
                </a:cubicBezTo>
                <a:lnTo>
                  <a:pt x="7764355" y="2106455"/>
                </a:lnTo>
                <a:cubicBezTo>
                  <a:pt x="7764355" y="1984797"/>
                  <a:pt x="7717373" y="1889845"/>
                  <a:pt x="7623410" y="1821598"/>
                </a:cubicBezTo>
                <a:cubicBezTo>
                  <a:pt x="7539337" y="1762252"/>
                  <a:pt x="7434494" y="1732580"/>
                  <a:pt x="7308880" y="1732580"/>
                </a:cubicBezTo>
                <a:close/>
                <a:moveTo>
                  <a:pt x="5153208" y="1726645"/>
                </a:moveTo>
                <a:cubicBezTo>
                  <a:pt x="4929674" y="1726645"/>
                  <a:pt x="4753617" y="1798849"/>
                  <a:pt x="4625035" y="1943255"/>
                </a:cubicBezTo>
                <a:cubicBezTo>
                  <a:pt x="4501399" y="2082717"/>
                  <a:pt x="4439582" y="2266687"/>
                  <a:pt x="4439582" y="2495166"/>
                </a:cubicBezTo>
                <a:cubicBezTo>
                  <a:pt x="4439582" y="2692983"/>
                  <a:pt x="4499422" y="2863106"/>
                  <a:pt x="4619101" y="3005535"/>
                </a:cubicBezTo>
                <a:cubicBezTo>
                  <a:pt x="4745704" y="3157854"/>
                  <a:pt x="4905441" y="3234014"/>
                  <a:pt x="5098314" y="3234014"/>
                </a:cubicBezTo>
                <a:cubicBezTo>
                  <a:pt x="5224917" y="3234014"/>
                  <a:pt x="5343607" y="3178131"/>
                  <a:pt x="5454385" y="3066363"/>
                </a:cubicBezTo>
                <a:cubicBezTo>
                  <a:pt x="5467243" y="3053505"/>
                  <a:pt x="5477628" y="3045098"/>
                  <a:pt x="5485541" y="3041142"/>
                </a:cubicBezTo>
                <a:cubicBezTo>
                  <a:pt x="5494443" y="3042131"/>
                  <a:pt x="5502108" y="3071062"/>
                  <a:pt x="5508537" y="3127934"/>
                </a:cubicBezTo>
                <a:cubicBezTo>
                  <a:pt x="5514966" y="3184807"/>
                  <a:pt x="5527577" y="3213243"/>
                  <a:pt x="5546370" y="3213243"/>
                </a:cubicBezTo>
                <a:cubicBezTo>
                  <a:pt x="5704624" y="3213243"/>
                  <a:pt x="5845074" y="3208792"/>
                  <a:pt x="5967720" y="3199890"/>
                </a:cubicBezTo>
                <a:cubicBezTo>
                  <a:pt x="6002339" y="3196923"/>
                  <a:pt x="6019647" y="3175657"/>
                  <a:pt x="6019647" y="3136094"/>
                </a:cubicBezTo>
                <a:cubicBezTo>
                  <a:pt x="6019647" y="3060923"/>
                  <a:pt x="6015197" y="2948168"/>
                  <a:pt x="6006295" y="2797826"/>
                </a:cubicBezTo>
                <a:cubicBezTo>
                  <a:pt x="5997393" y="2647485"/>
                  <a:pt x="5992942" y="2534235"/>
                  <a:pt x="5992942" y="2458075"/>
                </a:cubicBezTo>
                <a:cubicBezTo>
                  <a:pt x="5992942" y="2258279"/>
                  <a:pt x="6008767" y="2068869"/>
                  <a:pt x="6040418" y="1889845"/>
                </a:cubicBezTo>
                <a:cubicBezTo>
                  <a:pt x="6043386" y="1873030"/>
                  <a:pt x="6044869" y="1862645"/>
                  <a:pt x="6044869" y="1858688"/>
                </a:cubicBezTo>
                <a:cubicBezTo>
                  <a:pt x="6044869" y="1848797"/>
                  <a:pt x="6037451" y="1840885"/>
                  <a:pt x="6022615" y="1834950"/>
                </a:cubicBezTo>
                <a:cubicBezTo>
                  <a:pt x="5980084" y="1821103"/>
                  <a:pt x="5909859" y="1804288"/>
                  <a:pt x="5811940" y="1784507"/>
                </a:cubicBezTo>
                <a:cubicBezTo>
                  <a:pt x="5709075" y="1763736"/>
                  <a:pt x="5639344" y="1753351"/>
                  <a:pt x="5602748" y="1753351"/>
                </a:cubicBezTo>
                <a:cubicBezTo>
                  <a:pt x="5586923" y="1753351"/>
                  <a:pt x="5573323" y="1777336"/>
                  <a:pt x="5561948" y="1825307"/>
                </a:cubicBezTo>
                <a:cubicBezTo>
                  <a:pt x="5550574" y="1873277"/>
                  <a:pt x="5540436" y="1897263"/>
                  <a:pt x="5531533" y="1897263"/>
                </a:cubicBezTo>
                <a:cubicBezTo>
                  <a:pt x="5528566" y="1897263"/>
                  <a:pt x="5525105" y="1894790"/>
                  <a:pt x="5521148" y="1889845"/>
                </a:cubicBezTo>
                <a:cubicBezTo>
                  <a:pt x="5431141" y="1781045"/>
                  <a:pt x="5308494" y="1726645"/>
                  <a:pt x="5153208" y="1726645"/>
                </a:cubicBezTo>
                <a:close/>
                <a:moveTo>
                  <a:pt x="10502666" y="1653947"/>
                </a:moveTo>
                <a:cubicBezTo>
                  <a:pt x="10349359" y="1653947"/>
                  <a:pt x="10205446" y="1699940"/>
                  <a:pt x="10070930" y="1791925"/>
                </a:cubicBezTo>
                <a:cubicBezTo>
                  <a:pt x="9920589" y="1895779"/>
                  <a:pt x="9845418" y="2021888"/>
                  <a:pt x="9845418" y="2170251"/>
                </a:cubicBezTo>
                <a:cubicBezTo>
                  <a:pt x="9845418" y="2249378"/>
                  <a:pt x="9870639" y="2324548"/>
                  <a:pt x="9921083" y="2395762"/>
                </a:cubicBezTo>
                <a:cubicBezTo>
                  <a:pt x="9925040" y="2401697"/>
                  <a:pt x="9972022" y="2454613"/>
                  <a:pt x="10062028" y="2554511"/>
                </a:cubicBezTo>
                <a:cubicBezTo>
                  <a:pt x="10112471" y="2611878"/>
                  <a:pt x="10137693" y="2662322"/>
                  <a:pt x="10137693" y="2705841"/>
                </a:cubicBezTo>
                <a:cubicBezTo>
                  <a:pt x="10137693" y="2769143"/>
                  <a:pt x="10094174" y="2814641"/>
                  <a:pt x="10007133" y="2842335"/>
                </a:cubicBezTo>
                <a:cubicBezTo>
                  <a:pt x="9936909" y="2855193"/>
                  <a:pt x="9867179" y="2868052"/>
                  <a:pt x="9797942" y="2880910"/>
                </a:cubicBezTo>
                <a:cubicBezTo>
                  <a:pt x="9787063" y="2882888"/>
                  <a:pt x="9781622" y="2888328"/>
                  <a:pt x="9781622" y="2897230"/>
                </a:cubicBezTo>
                <a:cubicBezTo>
                  <a:pt x="9781622" y="2920968"/>
                  <a:pt x="9815993" y="2986495"/>
                  <a:pt x="9884734" y="3093810"/>
                </a:cubicBezTo>
                <a:cubicBezTo>
                  <a:pt x="9953476" y="3201127"/>
                  <a:pt x="9997738" y="3254784"/>
                  <a:pt x="10017519" y="3254784"/>
                </a:cubicBezTo>
                <a:cubicBezTo>
                  <a:pt x="10106537" y="3254784"/>
                  <a:pt x="10203963" y="3232035"/>
                  <a:pt x="10309794" y="3186537"/>
                </a:cubicBezTo>
                <a:cubicBezTo>
                  <a:pt x="10407714" y="3143018"/>
                  <a:pt x="10493271" y="3089607"/>
                  <a:pt x="10566462" y="3026305"/>
                </a:cubicBezTo>
                <a:cubicBezTo>
                  <a:pt x="10601081" y="2997622"/>
                  <a:pt x="10629765" y="2952124"/>
                  <a:pt x="10652513" y="2889811"/>
                </a:cubicBezTo>
                <a:cubicBezTo>
                  <a:pt x="10672295" y="2833433"/>
                  <a:pt x="10682185" y="2780023"/>
                  <a:pt x="10682185" y="2729579"/>
                </a:cubicBezTo>
                <a:cubicBezTo>
                  <a:pt x="10682185" y="2643529"/>
                  <a:pt x="10656964" y="2562918"/>
                  <a:pt x="10606520" y="2487748"/>
                </a:cubicBezTo>
                <a:cubicBezTo>
                  <a:pt x="10588717" y="2460053"/>
                  <a:pt x="10541736" y="2406148"/>
                  <a:pt x="10465575" y="2326032"/>
                </a:cubicBezTo>
                <a:cubicBezTo>
                  <a:pt x="10415132" y="2272621"/>
                  <a:pt x="10389910" y="2228607"/>
                  <a:pt x="10389910" y="2193989"/>
                </a:cubicBezTo>
                <a:cubicBezTo>
                  <a:pt x="10389910" y="2139589"/>
                  <a:pt x="10413648" y="2097553"/>
                  <a:pt x="10461124" y="2067880"/>
                </a:cubicBezTo>
                <a:cubicBezTo>
                  <a:pt x="10500689" y="2042164"/>
                  <a:pt x="10549649" y="2029306"/>
                  <a:pt x="10608004" y="2029306"/>
                </a:cubicBezTo>
                <a:cubicBezTo>
                  <a:pt x="10635699" y="2029306"/>
                  <a:pt x="10663393" y="2032768"/>
                  <a:pt x="10691087" y="2039691"/>
                </a:cubicBezTo>
                <a:cubicBezTo>
                  <a:pt x="10705923" y="2022877"/>
                  <a:pt x="10713342" y="2009524"/>
                  <a:pt x="10713342" y="1999633"/>
                </a:cubicBezTo>
                <a:cubicBezTo>
                  <a:pt x="10713342" y="1981830"/>
                  <a:pt x="10682185" y="1919765"/>
                  <a:pt x="10619873" y="1813438"/>
                </a:cubicBezTo>
                <a:cubicBezTo>
                  <a:pt x="10557560" y="1707111"/>
                  <a:pt x="10518492" y="1653947"/>
                  <a:pt x="10502666" y="1653947"/>
                </a:cubicBezTo>
                <a:close/>
                <a:moveTo>
                  <a:pt x="2579700" y="1100553"/>
                </a:moveTo>
                <a:cubicBezTo>
                  <a:pt x="2578711" y="1100553"/>
                  <a:pt x="2513926" y="1105499"/>
                  <a:pt x="2385345" y="1115390"/>
                </a:cubicBezTo>
                <a:cubicBezTo>
                  <a:pt x="2145986" y="1134182"/>
                  <a:pt x="1981797" y="1143578"/>
                  <a:pt x="1892779" y="1143578"/>
                </a:cubicBezTo>
                <a:cubicBezTo>
                  <a:pt x="1579239" y="1143578"/>
                  <a:pt x="1342352" y="1133193"/>
                  <a:pt x="1182120" y="1112422"/>
                </a:cubicBezTo>
                <a:cubicBezTo>
                  <a:pt x="1170251" y="1111433"/>
                  <a:pt x="1163327" y="1110939"/>
                  <a:pt x="1161349" y="1110939"/>
                </a:cubicBezTo>
                <a:cubicBezTo>
                  <a:pt x="1144535" y="1110939"/>
                  <a:pt x="1132666" y="1148029"/>
                  <a:pt x="1125742" y="1222211"/>
                </a:cubicBezTo>
                <a:cubicBezTo>
                  <a:pt x="1121786" y="1268698"/>
                  <a:pt x="1118324" y="1315185"/>
                  <a:pt x="1115357" y="1361672"/>
                </a:cubicBezTo>
                <a:cubicBezTo>
                  <a:pt x="1113379" y="1376508"/>
                  <a:pt x="1104477" y="1418545"/>
                  <a:pt x="1088651" y="1487781"/>
                </a:cubicBezTo>
                <a:cubicBezTo>
                  <a:pt x="1074804" y="1551082"/>
                  <a:pt x="1067881" y="1589162"/>
                  <a:pt x="1067881" y="1602020"/>
                </a:cubicBezTo>
                <a:cubicBezTo>
                  <a:pt x="1067881" y="1611911"/>
                  <a:pt x="1075793" y="1616857"/>
                  <a:pt x="1091619" y="1616857"/>
                </a:cubicBezTo>
                <a:cubicBezTo>
                  <a:pt x="1209320" y="1616857"/>
                  <a:pt x="1367079" y="1606966"/>
                  <a:pt x="1564897" y="1587184"/>
                </a:cubicBezTo>
                <a:cubicBezTo>
                  <a:pt x="1572809" y="1854237"/>
                  <a:pt x="1576766" y="2026339"/>
                  <a:pt x="1576766" y="2103487"/>
                </a:cubicBezTo>
                <a:cubicBezTo>
                  <a:pt x="1576766" y="2220200"/>
                  <a:pt x="1571820" y="2395268"/>
                  <a:pt x="1561929" y="2628693"/>
                </a:cubicBezTo>
                <a:cubicBezTo>
                  <a:pt x="1552039" y="2862117"/>
                  <a:pt x="1547093" y="3037185"/>
                  <a:pt x="1547093" y="3153897"/>
                </a:cubicBezTo>
                <a:cubicBezTo>
                  <a:pt x="1547093" y="3179614"/>
                  <a:pt x="1560940" y="3194945"/>
                  <a:pt x="1588635" y="3199890"/>
                </a:cubicBezTo>
                <a:cubicBezTo>
                  <a:pt x="1640067" y="3207803"/>
                  <a:pt x="1729579" y="3211759"/>
                  <a:pt x="1857172" y="3211759"/>
                </a:cubicBezTo>
                <a:cubicBezTo>
                  <a:pt x="1971906" y="3211759"/>
                  <a:pt x="2058945" y="3207803"/>
                  <a:pt x="2118291" y="3199890"/>
                </a:cubicBezTo>
                <a:cubicBezTo>
                  <a:pt x="2143018" y="3196923"/>
                  <a:pt x="2156865" y="3194450"/>
                  <a:pt x="2159832" y="3192472"/>
                </a:cubicBezTo>
                <a:cubicBezTo>
                  <a:pt x="2168734" y="3187527"/>
                  <a:pt x="2173185" y="3175657"/>
                  <a:pt x="2173185" y="3156865"/>
                </a:cubicBezTo>
                <a:cubicBezTo>
                  <a:pt x="2173185" y="3040153"/>
                  <a:pt x="2168487" y="2864590"/>
                  <a:pt x="2159091" y="2630176"/>
                </a:cubicBezTo>
                <a:cubicBezTo>
                  <a:pt x="2149694" y="2395762"/>
                  <a:pt x="2144996" y="2220200"/>
                  <a:pt x="2144996" y="2103487"/>
                </a:cubicBezTo>
                <a:cubicBezTo>
                  <a:pt x="2144996" y="2004579"/>
                  <a:pt x="2147963" y="1830005"/>
                  <a:pt x="2153898" y="1579766"/>
                </a:cubicBezTo>
                <a:cubicBezTo>
                  <a:pt x="2414028" y="1594602"/>
                  <a:pt x="2562885" y="1602020"/>
                  <a:pt x="2600471" y="1602020"/>
                </a:cubicBezTo>
                <a:cubicBezTo>
                  <a:pt x="2622230" y="1602020"/>
                  <a:pt x="2633110" y="1592129"/>
                  <a:pt x="2633110" y="1572348"/>
                </a:cubicBezTo>
                <a:cubicBezTo>
                  <a:pt x="2633110" y="1548610"/>
                  <a:pt x="2629896" y="1512755"/>
                  <a:pt x="2623467" y="1464784"/>
                </a:cubicBezTo>
                <a:cubicBezTo>
                  <a:pt x="2617038" y="1416814"/>
                  <a:pt x="2613824" y="1380465"/>
                  <a:pt x="2613824" y="1355738"/>
                </a:cubicBezTo>
                <a:cubicBezTo>
                  <a:pt x="2613824" y="1333978"/>
                  <a:pt x="2614813" y="1296887"/>
                  <a:pt x="2616791" y="1244465"/>
                </a:cubicBezTo>
                <a:cubicBezTo>
                  <a:pt x="2618769" y="1196989"/>
                  <a:pt x="2619758" y="1159898"/>
                  <a:pt x="2619758" y="1133193"/>
                </a:cubicBezTo>
                <a:cubicBezTo>
                  <a:pt x="2618769" y="1116379"/>
                  <a:pt x="2616791" y="1106735"/>
                  <a:pt x="2613824" y="1104262"/>
                </a:cubicBezTo>
                <a:cubicBezTo>
                  <a:pt x="2610856" y="1101790"/>
                  <a:pt x="2599482" y="1100553"/>
                  <a:pt x="2579700" y="1100553"/>
                </a:cubicBezTo>
                <a:close/>
                <a:moveTo>
                  <a:pt x="3317911" y="1084233"/>
                </a:moveTo>
                <a:cubicBezTo>
                  <a:pt x="3317911" y="1084233"/>
                  <a:pt x="3228398" y="1094619"/>
                  <a:pt x="3049374" y="1115390"/>
                </a:cubicBezTo>
                <a:cubicBezTo>
                  <a:pt x="3036515" y="1117368"/>
                  <a:pt x="2990523" y="1119840"/>
                  <a:pt x="2911396" y="1122808"/>
                </a:cubicBezTo>
                <a:cubicBezTo>
                  <a:pt x="2852051" y="1124786"/>
                  <a:pt x="2807047" y="1130226"/>
                  <a:pt x="2776386" y="1139128"/>
                </a:cubicBezTo>
                <a:cubicBezTo>
                  <a:pt x="2761549" y="1144073"/>
                  <a:pt x="2754131" y="1153964"/>
                  <a:pt x="2754131" y="1168800"/>
                </a:cubicBezTo>
                <a:cubicBezTo>
                  <a:pt x="2754131" y="1174735"/>
                  <a:pt x="2755615" y="1184131"/>
                  <a:pt x="2758582" y="1196989"/>
                </a:cubicBezTo>
                <a:cubicBezTo>
                  <a:pt x="2771440" y="1258313"/>
                  <a:pt x="2780342" y="1331999"/>
                  <a:pt x="2785288" y="1418050"/>
                </a:cubicBezTo>
                <a:cubicBezTo>
                  <a:pt x="2787265" y="1492232"/>
                  <a:pt x="2789739" y="1566413"/>
                  <a:pt x="2792706" y="1640595"/>
                </a:cubicBezTo>
                <a:cubicBezTo>
                  <a:pt x="2799629" y="1852259"/>
                  <a:pt x="2803091" y="2119807"/>
                  <a:pt x="2803091" y="2443239"/>
                </a:cubicBezTo>
                <a:cubicBezTo>
                  <a:pt x="2803091" y="2521376"/>
                  <a:pt x="2802596" y="2638831"/>
                  <a:pt x="2801607" y="2795601"/>
                </a:cubicBezTo>
                <a:cubicBezTo>
                  <a:pt x="2800618" y="2952371"/>
                  <a:pt x="2800124" y="3069825"/>
                  <a:pt x="2800124" y="3147963"/>
                </a:cubicBezTo>
                <a:cubicBezTo>
                  <a:pt x="2800124" y="3174668"/>
                  <a:pt x="2817927" y="3191977"/>
                  <a:pt x="2853534" y="3199890"/>
                </a:cubicBezTo>
                <a:cubicBezTo>
                  <a:pt x="2889141" y="3207803"/>
                  <a:pt x="2947497" y="3211759"/>
                  <a:pt x="3028603" y="3211759"/>
                </a:cubicBezTo>
                <a:cubicBezTo>
                  <a:pt x="3170042" y="3211759"/>
                  <a:pt x="3256093" y="3209781"/>
                  <a:pt x="3286755" y="3205825"/>
                </a:cubicBezTo>
                <a:cubicBezTo>
                  <a:pt x="3317416" y="3201868"/>
                  <a:pt x="3332747" y="3181592"/>
                  <a:pt x="3332747" y="3144996"/>
                </a:cubicBezTo>
                <a:cubicBezTo>
                  <a:pt x="3332747" y="3097520"/>
                  <a:pt x="3331758" y="3026058"/>
                  <a:pt x="3329780" y="2930611"/>
                </a:cubicBezTo>
                <a:cubicBezTo>
                  <a:pt x="3327802" y="2835164"/>
                  <a:pt x="3326813" y="2763703"/>
                  <a:pt x="3326813" y="2716227"/>
                </a:cubicBezTo>
                <a:lnTo>
                  <a:pt x="3326813" y="2349770"/>
                </a:lnTo>
                <a:cubicBezTo>
                  <a:pt x="3326813" y="2312185"/>
                  <a:pt x="3355990" y="2276083"/>
                  <a:pt x="3414347" y="2241465"/>
                </a:cubicBezTo>
                <a:cubicBezTo>
                  <a:pt x="3467757" y="2209814"/>
                  <a:pt x="3514245" y="2193989"/>
                  <a:pt x="3553808" y="2193989"/>
                </a:cubicBezTo>
                <a:cubicBezTo>
                  <a:pt x="3671509" y="2193989"/>
                  <a:pt x="3730360" y="2251850"/>
                  <a:pt x="3730360" y="2367574"/>
                </a:cubicBezTo>
                <a:cubicBezTo>
                  <a:pt x="3730360" y="2452635"/>
                  <a:pt x="3728876" y="2580722"/>
                  <a:pt x="3725909" y="2751834"/>
                </a:cubicBezTo>
                <a:cubicBezTo>
                  <a:pt x="3722942" y="2922946"/>
                  <a:pt x="3721458" y="3051033"/>
                  <a:pt x="3721458" y="3136094"/>
                </a:cubicBezTo>
                <a:cubicBezTo>
                  <a:pt x="3721458" y="3172690"/>
                  <a:pt x="3737778" y="3193955"/>
                  <a:pt x="3770418" y="3199890"/>
                </a:cubicBezTo>
                <a:cubicBezTo>
                  <a:pt x="3812949" y="3207803"/>
                  <a:pt x="3888614" y="3211759"/>
                  <a:pt x="3997413" y="3211759"/>
                </a:cubicBezTo>
                <a:cubicBezTo>
                  <a:pt x="4110169" y="3211759"/>
                  <a:pt x="4182373" y="3209781"/>
                  <a:pt x="4214023" y="3205825"/>
                </a:cubicBezTo>
                <a:cubicBezTo>
                  <a:pt x="4241717" y="3201868"/>
                  <a:pt x="4255565" y="3182581"/>
                  <a:pt x="4255565" y="3147963"/>
                </a:cubicBezTo>
                <a:lnTo>
                  <a:pt x="4258532" y="2124258"/>
                </a:lnTo>
                <a:cubicBezTo>
                  <a:pt x="4258532" y="2000622"/>
                  <a:pt x="4212539" y="1903197"/>
                  <a:pt x="4120555" y="1831983"/>
                </a:cubicBezTo>
                <a:cubicBezTo>
                  <a:pt x="4035494" y="1765714"/>
                  <a:pt x="3929661" y="1732580"/>
                  <a:pt x="3803058" y="1732580"/>
                </a:cubicBezTo>
                <a:cubicBezTo>
                  <a:pt x="3729865" y="1732580"/>
                  <a:pt x="3654201" y="1749889"/>
                  <a:pt x="3576062" y="1784507"/>
                </a:cubicBezTo>
                <a:cubicBezTo>
                  <a:pt x="3523641" y="1808245"/>
                  <a:pt x="3468747" y="1840390"/>
                  <a:pt x="3411379" y="1880943"/>
                </a:cubicBezTo>
                <a:cubicBezTo>
                  <a:pt x="3362914" y="1915561"/>
                  <a:pt x="3337692" y="1932870"/>
                  <a:pt x="3335714" y="1932870"/>
                </a:cubicBezTo>
                <a:cubicBezTo>
                  <a:pt x="3325824" y="1932870"/>
                  <a:pt x="3320878" y="1922979"/>
                  <a:pt x="3320878" y="1903197"/>
                </a:cubicBezTo>
                <a:cubicBezTo>
                  <a:pt x="3320878" y="1773627"/>
                  <a:pt x="3323845" y="1597075"/>
                  <a:pt x="3329780" y="1373541"/>
                </a:cubicBezTo>
                <a:cubicBezTo>
                  <a:pt x="3329780" y="1350792"/>
                  <a:pt x="3331758" y="1307767"/>
                  <a:pt x="3335714" y="1244465"/>
                </a:cubicBezTo>
                <a:cubicBezTo>
                  <a:pt x="3339671" y="1190066"/>
                  <a:pt x="3341649" y="1147040"/>
                  <a:pt x="3341649" y="1115390"/>
                </a:cubicBezTo>
                <a:cubicBezTo>
                  <a:pt x="3341649" y="1094619"/>
                  <a:pt x="3333736" y="1084233"/>
                  <a:pt x="3317911" y="1084233"/>
                </a:cubicBezTo>
                <a:close/>
                <a:moveTo>
                  <a:pt x="8580398" y="1072364"/>
                </a:moveTo>
                <a:cubicBezTo>
                  <a:pt x="8545780" y="1072364"/>
                  <a:pt x="8498304" y="1076815"/>
                  <a:pt x="8437970" y="1085717"/>
                </a:cubicBezTo>
                <a:cubicBezTo>
                  <a:pt x="8369723" y="1095608"/>
                  <a:pt x="8321752" y="1101542"/>
                  <a:pt x="8294057" y="1103520"/>
                </a:cubicBezTo>
                <a:cubicBezTo>
                  <a:pt x="8189214" y="1105499"/>
                  <a:pt x="8110582" y="1106488"/>
                  <a:pt x="8058160" y="1106488"/>
                </a:cubicBezTo>
                <a:cubicBezTo>
                  <a:pt x="8031455" y="1107477"/>
                  <a:pt x="8018102" y="1119840"/>
                  <a:pt x="8018102" y="1143578"/>
                </a:cubicBezTo>
                <a:cubicBezTo>
                  <a:pt x="8018102" y="1264247"/>
                  <a:pt x="8022553" y="1445745"/>
                  <a:pt x="8031455" y="1688071"/>
                </a:cubicBezTo>
                <a:cubicBezTo>
                  <a:pt x="8040357" y="1930397"/>
                  <a:pt x="8044808" y="2112389"/>
                  <a:pt x="8044808" y="2234047"/>
                </a:cubicBezTo>
                <a:lnTo>
                  <a:pt x="8044808" y="3142028"/>
                </a:lnTo>
                <a:cubicBezTo>
                  <a:pt x="8044808" y="3177636"/>
                  <a:pt x="8058160" y="3197912"/>
                  <a:pt x="8084866" y="3202857"/>
                </a:cubicBezTo>
                <a:cubicBezTo>
                  <a:pt x="8104648" y="3206814"/>
                  <a:pt x="8174378" y="3208792"/>
                  <a:pt x="8294057" y="3208792"/>
                </a:cubicBezTo>
                <a:cubicBezTo>
                  <a:pt x="8432530" y="3208792"/>
                  <a:pt x="8510668" y="3207803"/>
                  <a:pt x="8528471" y="3205825"/>
                </a:cubicBezTo>
                <a:cubicBezTo>
                  <a:pt x="8557154" y="3202857"/>
                  <a:pt x="8571496" y="3186537"/>
                  <a:pt x="8571496" y="3156865"/>
                </a:cubicBezTo>
                <a:cubicBezTo>
                  <a:pt x="8571496" y="3124225"/>
                  <a:pt x="8571002" y="3074276"/>
                  <a:pt x="8570012" y="3007018"/>
                </a:cubicBezTo>
                <a:cubicBezTo>
                  <a:pt x="8569024" y="2939760"/>
                  <a:pt x="8568529" y="2890800"/>
                  <a:pt x="8568529" y="2860139"/>
                </a:cubicBezTo>
                <a:cubicBezTo>
                  <a:pt x="8741619" y="2868052"/>
                  <a:pt x="8830636" y="2874975"/>
                  <a:pt x="8835582" y="2880910"/>
                </a:cubicBezTo>
                <a:cubicBezTo>
                  <a:pt x="8919654" y="3004546"/>
                  <a:pt x="8981473" y="3099498"/>
                  <a:pt x="9021036" y="3165767"/>
                </a:cubicBezTo>
                <a:cubicBezTo>
                  <a:pt x="9036862" y="3191483"/>
                  <a:pt x="9095218" y="3204341"/>
                  <a:pt x="9196104" y="3204341"/>
                </a:cubicBezTo>
                <a:cubicBezTo>
                  <a:pt x="9458212" y="3204341"/>
                  <a:pt x="9589267" y="3190988"/>
                  <a:pt x="9589267" y="3164283"/>
                </a:cubicBezTo>
                <a:cubicBezTo>
                  <a:pt x="9589267" y="3158348"/>
                  <a:pt x="9543274" y="3093810"/>
                  <a:pt x="9451289" y="2970669"/>
                </a:cubicBezTo>
                <a:cubicBezTo>
                  <a:pt x="9359304" y="2847528"/>
                  <a:pt x="9313312" y="2777550"/>
                  <a:pt x="9313312" y="2760736"/>
                </a:cubicBezTo>
                <a:cubicBezTo>
                  <a:pt x="9313312" y="2749856"/>
                  <a:pt x="9323202" y="2739470"/>
                  <a:pt x="9342984" y="2729579"/>
                </a:cubicBezTo>
                <a:cubicBezTo>
                  <a:pt x="9557616" y="2615834"/>
                  <a:pt x="9664932" y="2449668"/>
                  <a:pt x="9664932" y="2231080"/>
                </a:cubicBezTo>
                <a:cubicBezTo>
                  <a:pt x="9664932" y="2061946"/>
                  <a:pt x="9609048" y="1933364"/>
                  <a:pt x="9497281" y="1845336"/>
                </a:cubicBezTo>
                <a:cubicBezTo>
                  <a:pt x="9395406" y="1766209"/>
                  <a:pt x="9257922" y="1726645"/>
                  <a:pt x="9084832" y="1726645"/>
                </a:cubicBezTo>
                <a:cubicBezTo>
                  <a:pt x="8900862" y="1726645"/>
                  <a:pt x="8744586" y="1793409"/>
                  <a:pt x="8616005" y="1926935"/>
                </a:cubicBezTo>
                <a:cubicBezTo>
                  <a:pt x="8601168" y="1942761"/>
                  <a:pt x="8589300" y="1953641"/>
                  <a:pt x="8580398" y="1959575"/>
                </a:cubicBezTo>
                <a:cubicBezTo>
                  <a:pt x="8573474" y="1958586"/>
                  <a:pt x="8570012" y="1944244"/>
                  <a:pt x="8570012" y="1916550"/>
                </a:cubicBezTo>
                <a:cubicBezTo>
                  <a:pt x="8570012" y="1799838"/>
                  <a:pt x="8574464" y="1635155"/>
                  <a:pt x="8583365" y="1422501"/>
                </a:cubicBezTo>
                <a:cubicBezTo>
                  <a:pt x="8584354" y="1394807"/>
                  <a:pt x="8588311" y="1343374"/>
                  <a:pt x="8595234" y="1268203"/>
                </a:cubicBezTo>
                <a:cubicBezTo>
                  <a:pt x="8601168" y="1203913"/>
                  <a:pt x="8604136" y="1152975"/>
                  <a:pt x="8604136" y="1115390"/>
                </a:cubicBezTo>
                <a:cubicBezTo>
                  <a:pt x="8604136" y="1086706"/>
                  <a:pt x="8596223" y="1072364"/>
                  <a:pt x="8580398" y="107236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3900" dirty="0">
              <a:latin typeface="Berlin Sans FB Demi" panose="020E0802020502020306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156876-7946-DFB9-15F6-5BCE82A3DC19}"/>
              </a:ext>
            </a:extLst>
          </p:cNvPr>
          <p:cNvSpPr txBox="1"/>
          <p:nvPr/>
        </p:nvSpPr>
        <p:spPr>
          <a:xfrm>
            <a:off x="4909017" y="6227750"/>
            <a:ext cx="3079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radley Hand ITC" panose="03070402050302030203" pitchFamily="66" charset="0"/>
              </a:rPr>
              <a:t>Fares Ashraf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3D68E1-19AF-1273-1F75-294F3E046FE8}"/>
              </a:ext>
            </a:extLst>
          </p:cNvPr>
          <p:cNvSpPr txBox="1"/>
          <p:nvPr/>
        </p:nvSpPr>
        <p:spPr>
          <a:xfrm>
            <a:off x="247163" y="5791018"/>
            <a:ext cx="3079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Jana elmorsy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181A3-42F9-AA79-5007-3F1DC4EEC3E6}"/>
              </a:ext>
            </a:extLst>
          </p:cNvPr>
          <p:cNvSpPr txBox="1"/>
          <p:nvPr/>
        </p:nvSpPr>
        <p:spPr>
          <a:xfrm>
            <a:off x="2077157" y="5810119"/>
            <a:ext cx="3807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Mohamed Ahmed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5CA74-4720-8901-AFCB-1B88B90DBF0A}"/>
              </a:ext>
            </a:extLst>
          </p:cNvPr>
          <p:cNvSpPr txBox="1"/>
          <p:nvPr/>
        </p:nvSpPr>
        <p:spPr>
          <a:xfrm>
            <a:off x="4456481" y="5791018"/>
            <a:ext cx="3079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Joice Hany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57C6D-D99F-DDDC-76BC-A10199AD6534}"/>
              </a:ext>
            </a:extLst>
          </p:cNvPr>
          <p:cNvSpPr txBox="1"/>
          <p:nvPr/>
        </p:nvSpPr>
        <p:spPr>
          <a:xfrm>
            <a:off x="6096000" y="5791018"/>
            <a:ext cx="1969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Ali saber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90B09D-2AF4-8856-050A-E623DFA7F5BA}"/>
              </a:ext>
            </a:extLst>
          </p:cNvPr>
          <p:cNvSpPr txBox="1"/>
          <p:nvPr/>
        </p:nvSpPr>
        <p:spPr>
          <a:xfrm>
            <a:off x="7678223" y="5809329"/>
            <a:ext cx="3079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Essam Ashraf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5E7B0-1051-2C4D-0A67-EF7F044653B1}"/>
              </a:ext>
            </a:extLst>
          </p:cNvPr>
          <p:cNvSpPr txBox="1"/>
          <p:nvPr/>
        </p:nvSpPr>
        <p:spPr>
          <a:xfrm>
            <a:off x="9717656" y="5810119"/>
            <a:ext cx="3079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adley Hand ITC" panose="03070402050302030203" pitchFamily="66" charset="0"/>
              </a:rPr>
              <a:t>Mostafa Yasser</a:t>
            </a:r>
          </a:p>
        </p:txBody>
      </p:sp>
    </p:spTree>
    <p:extLst>
      <p:ext uri="{BB962C8B-B14F-4D97-AF65-F5344CB8AC3E}">
        <p14:creationId xmlns:p14="http://schemas.microsoft.com/office/powerpoint/2010/main" val="290452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2512</TotalTime>
  <Words>313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Aharoni</vt:lpstr>
      <vt:lpstr>Arial</vt:lpstr>
      <vt:lpstr>Berlin Sans FB Demi</vt:lpstr>
      <vt:lpstr>Bradley Hand ITC</vt:lpstr>
      <vt:lpstr>Calibri</vt:lpstr>
      <vt:lpstr>Calibri Light</vt:lpstr>
      <vt:lpstr>Century Gothic</vt:lpstr>
      <vt:lpstr>Open Sans Extrabold</vt:lpstr>
      <vt:lpstr>SansSerif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𝑘𝑖𝑙𝑙𝑢𝑎</dc:creator>
  <cp:lastModifiedBy>Fares Ashraf</cp:lastModifiedBy>
  <cp:revision>120</cp:revision>
  <dcterms:created xsi:type="dcterms:W3CDTF">2024-01-09T20:11:21Z</dcterms:created>
  <dcterms:modified xsi:type="dcterms:W3CDTF">2025-12-22T21:10:28Z</dcterms:modified>
</cp:coreProperties>
</file>